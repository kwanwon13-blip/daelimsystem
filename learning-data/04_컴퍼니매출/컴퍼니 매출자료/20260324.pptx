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26" y="131805"/>
            <a:ext cx="3600000" cy="242473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706" y="131805"/>
            <a:ext cx="3600000" cy="253469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130" y="174675"/>
            <a:ext cx="3600000" cy="244895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40" y="3649362"/>
            <a:ext cx="3600000" cy="254535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706" y="3527525"/>
            <a:ext cx="3600000" cy="255233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9514" y="3651236"/>
            <a:ext cx="3600000" cy="254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52" y="185846"/>
            <a:ext cx="3600000" cy="250661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496" y="185846"/>
            <a:ext cx="3600000" cy="254494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6040" y="247135"/>
            <a:ext cx="3600000" cy="25450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125" y="3881092"/>
            <a:ext cx="3600000" cy="251902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664" y="4040966"/>
            <a:ext cx="3407664" cy="235915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867" y="4040966"/>
            <a:ext cx="3600000" cy="254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202" y="78903"/>
            <a:ext cx="3600000" cy="254968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697" y="172994"/>
            <a:ext cx="3600000" cy="254568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192" y="172994"/>
            <a:ext cx="3600000" cy="247761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68" y="3698789"/>
            <a:ext cx="3600000" cy="25450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697" y="3693697"/>
            <a:ext cx="3600000" cy="255018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479" y="3787604"/>
            <a:ext cx="3600000" cy="253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55" y="172996"/>
            <a:ext cx="3600000" cy="254254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042" y="205626"/>
            <a:ext cx="3600000" cy="250991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9529" y="587783"/>
            <a:ext cx="3600000" cy="171296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56" y="3811235"/>
            <a:ext cx="3600000" cy="2400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042" y="3811235"/>
            <a:ext cx="3600000" cy="256394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5628" y="3892378"/>
            <a:ext cx="3600000" cy="255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28" y="188070"/>
            <a:ext cx="3600000" cy="259824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87" y="187731"/>
            <a:ext cx="3600000" cy="255267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682" y="188070"/>
            <a:ext cx="3600000" cy="255233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02" y="3888604"/>
            <a:ext cx="3600000" cy="254645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322" y="3837282"/>
            <a:ext cx="3600000" cy="259777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842" y="3766176"/>
            <a:ext cx="3600000" cy="254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442" y="271850"/>
            <a:ext cx="3600000" cy="253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6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2026-03-24T00:00:13Z</dcterms:created>
  <dcterms:modified xsi:type="dcterms:W3CDTF">2026-03-24T00:06:43Z</dcterms:modified>
</cp:coreProperties>
</file>