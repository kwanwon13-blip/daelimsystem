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33" y="172994"/>
            <a:ext cx="3600000" cy="259146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994" y="172994"/>
            <a:ext cx="3600000" cy="25406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777" y="200821"/>
            <a:ext cx="3600000" cy="25358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33" y="3815150"/>
            <a:ext cx="3600000" cy="25460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994" y="3823560"/>
            <a:ext cx="3600000" cy="253762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255" y="3815150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61" y="120289"/>
            <a:ext cx="3600000" cy="25330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72" y="120289"/>
            <a:ext cx="3600000" cy="25541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983" y="156848"/>
            <a:ext cx="3523488" cy="248107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61" y="3563771"/>
            <a:ext cx="3600000" cy="254600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72" y="3563771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2372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2026-01-25T23:35:44Z</dcterms:modified>
</cp:coreProperties>
</file>