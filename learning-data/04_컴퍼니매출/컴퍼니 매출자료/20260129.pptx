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65" y="122666"/>
            <a:ext cx="3600000" cy="2550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3673" y="122666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792" y="248964"/>
            <a:ext cx="3600000" cy="24187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6" y="3674076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580" y="3701747"/>
            <a:ext cx="3600000" cy="251741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3563359"/>
            <a:ext cx="3600000" cy="254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48" y="0"/>
            <a:ext cx="3600000" cy="254558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761" y="98983"/>
            <a:ext cx="3600000" cy="253512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009" y="144583"/>
            <a:ext cx="3600000" cy="24439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87" y="3641125"/>
            <a:ext cx="3600000" cy="24194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548" y="3577787"/>
            <a:ext cx="3600000" cy="254610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458" y="3531468"/>
            <a:ext cx="3600000" cy="25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18" y="107093"/>
            <a:ext cx="3600000" cy="254607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015" y="107093"/>
            <a:ext cx="3600000" cy="254534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578" y="106756"/>
            <a:ext cx="3600000" cy="254567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59" y="3756455"/>
            <a:ext cx="3600000" cy="242579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518" y="3756455"/>
            <a:ext cx="3600000" cy="242579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798" y="4627560"/>
            <a:ext cx="3600000" cy="68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2373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2026-01-29T00:14:08Z</dcterms:modified>
</cp:coreProperties>
</file>