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02" y="115331"/>
            <a:ext cx="3600000" cy="243311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45" y="115331"/>
            <a:ext cx="3600000" cy="242027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988" y="115331"/>
            <a:ext cx="3600000" cy="251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2026-01-05T23:46:36Z</dcterms:created>
  <dcterms:modified xsi:type="dcterms:W3CDTF">2026-01-06T00:00:43Z</dcterms:modified>
</cp:coreProperties>
</file>