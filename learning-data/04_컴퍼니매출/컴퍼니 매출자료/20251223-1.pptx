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101" y="181233"/>
            <a:ext cx="3600000" cy="24244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4" y="181234"/>
            <a:ext cx="3600000" cy="242443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694" y="166013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36" y="3756454"/>
            <a:ext cx="3600000" cy="254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2025-12-23T01:01:15Z</dcterms:created>
  <dcterms:modified xsi:type="dcterms:W3CDTF">2025-12-23T01:05:55Z</dcterms:modified>
</cp:coreProperties>
</file>