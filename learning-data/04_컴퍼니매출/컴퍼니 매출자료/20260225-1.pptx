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17" y="296563"/>
            <a:ext cx="3600000" cy="25455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33" y="370703"/>
            <a:ext cx="3600000" cy="25453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296563"/>
            <a:ext cx="3600000" cy="25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2026-02-25T05:35:48Z</dcterms:modified>
</cp:coreProperties>
</file>