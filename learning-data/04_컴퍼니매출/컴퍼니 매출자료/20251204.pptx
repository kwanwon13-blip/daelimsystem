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5" y="131806"/>
            <a:ext cx="3600000" cy="254775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750" y="167018"/>
            <a:ext cx="3600000" cy="254670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936" y="167018"/>
            <a:ext cx="3600000" cy="254842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57" y="3583460"/>
            <a:ext cx="3600000" cy="254589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828" y="3583460"/>
            <a:ext cx="3600000" cy="246517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900" y="3587789"/>
            <a:ext cx="3600000" cy="25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08" y="189470"/>
            <a:ext cx="3600000" cy="254538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516" y="189766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973" y="205503"/>
            <a:ext cx="3600000" cy="25293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08" y="3459893"/>
            <a:ext cx="3600000" cy="25674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900" y="3558746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75" y="3595414"/>
            <a:ext cx="3600000" cy="243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79" y="140044"/>
            <a:ext cx="3600000" cy="25534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043" y="63071"/>
            <a:ext cx="3600000" cy="25655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8" y="109847"/>
            <a:ext cx="3600000" cy="25187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0" y="3566984"/>
            <a:ext cx="3600000" cy="25535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043" y="3681026"/>
            <a:ext cx="3600000" cy="252125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898" y="3736193"/>
            <a:ext cx="3600000" cy="241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10" y="107092"/>
            <a:ext cx="3600000" cy="244171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029" y="0"/>
            <a:ext cx="3600000" cy="25570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948" y="60358"/>
            <a:ext cx="3600000" cy="253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2025-12-04T00:40:59Z</dcterms:modified>
</cp:coreProperties>
</file>