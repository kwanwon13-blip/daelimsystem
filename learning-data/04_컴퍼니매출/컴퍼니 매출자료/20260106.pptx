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4.jp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30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87" y="115906"/>
            <a:ext cx="3600000" cy="254654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692" y="125692"/>
            <a:ext cx="3600000" cy="253675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4097" y="128563"/>
            <a:ext cx="3600000" cy="253388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481" y="3617853"/>
            <a:ext cx="3600000" cy="253675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692" y="3673987"/>
            <a:ext cx="3600000" cy="242449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4097" y="3673987"/>
            <a:ext cx="3600000" cy="254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198" y="122826"/>
            <a:ext cx="3600000" cy="25468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9589" y="184025"/>
            <a:ext cx="3600000" cy="242449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2685" y="146389"/>
            <a:ext cx="3600000" cy="24621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369" y="3720414"/>
            <a:ext cx="3600000" cy="253913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2685" y="3720414"/>
            <a:ext cx="3600000" cy="253082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000" y="3687120"/>
            <a:ext cx="3600000" cy="2564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35" y="247135"/>
            <a:ext cx="3600000" cy="24177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132" y="113233"/>
            <a:ext cx="3600000" cy="268559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808" y="185897"/>
            <a:ext cx="3600000" cy="254026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20" y="3575222"/>
            <a:ext cx="3600000" cy="259269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132" y="3619607"/>
            <a:ext cx="3600000" cy="250392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8805" y="3569833"/>
            <a:ext cx="3600000" cy="241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83" y="230659"/>
            <a:ext cx="3600000" cy="253603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6051" y="230659"/>
            <a:ext cx="3600000" cy="254509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6799" y="230659"/>
            <a:ext cx="3600000" cy="243655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981" y="3624649"/>
            <a:ext cx="3600000" cy="254508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870" y="3694443"/>
            <a:ext cx="3600000" cy="24055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845" y="3562609"/>
            <a:ext cx="3600000" cy="241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06" y="395658"/>
            <a:ext cx="3600000" cy="25448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5212" y="395667"/>
            <a:ext cx="3600000" cy="254487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9048" y="414117"/>
            <a:ext cx="3600000" cy="254634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384" y="4047003"/>
            <a:ext cx="3600000" cy="254634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384" y="3954162"/>
            <a:ext cx="3600000" cy="241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1" y="3954162"/>
            <a:ext cx="3600000" cy="241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2384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35</cp:revision>
  <dcterms:created xsi:type="dcterms:W3CDTF">2021-01-04T03:15:44Z</dcterms:created>
  <dcterms:modified xsi:type="dcterms:W3CDTF">2026-01-06T00:00:35Z</dcterms:modified>
</cp:coreProperties>
</file>