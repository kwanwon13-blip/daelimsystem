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7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5" Type="http://schemas.openxmlformats.org/officeDocument/2006/relationships/image" Target="../media/image10.jpeg"/><Relationship Id="rId4" Type="http://schemas.openxmlformats.org/officeDocument/2006/relationships/image" Target="../media/image9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516" y="109399"/>
            <a:ext cx="3600000" cy="255454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7314" y="189472"/>
            <a:ext cx="3600000" cy="254081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8658" y="189472"/>
            <a:ext cx="3600000" cy="251294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402" y="3649362"/>
            <a:ext cx="3600000" cy="250812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7250" y="3764693"/>
            <a:ext cx="3600000" cy="250556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8658" y="3764693"/>
            <a:ext cx="3600000" cy="2547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16" y="131805"/>
            <a:ext cx="3600000" cy="2545232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4417" y="71917"/>
            <a:ext cx="3600000" cy="245612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485" y="131805"/>
            <a:ext cx="3600000" cy="255503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16" y="3632886"/>
            <a:ext cx="3600000" cy="2538652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9134" y="3692482"/>
            <a:ext cx="3600000" cy="2547903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0674" y="3696926"/>
            <a:ext cx="3600000" cy="2543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319" y="125979"/>
            <a:ext cx="3600000" cy="153709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9662" y="125979"/>
            <a:ext cx="3600000" cy="2547564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8005" y="255994"/>
            <a:ext cx="3600000" cy="241754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319" y="3476367"/>
            <a:ext cx="3600000" cy="254508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588" y="3476367"/>
            <a:ext cx="3600000" cy="2557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2377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35</cp:revision>
  <dcterms:created xsi:type="dcterms:W3CDTF">2021-01-04T03:15:44Z</dcterms:created>
  <dcterms:modified xsi:type="dcterms:W3CDTF">2025-12-15T06:05:31Z</dcterms:modified>
</cp:coreProperties>
</file>