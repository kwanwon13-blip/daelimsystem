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740" y="95887"/>
            <a:ext cx="3600000" cy="232738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466" y="114879"/>
            <a:ext cx="3600000" cy="244316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39" y="114879"/>
            <a:ext cx="3600000" cy="251915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98" y="3830596"/>
            <a:ext cx="3600000" cy="244316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740" y="3830596"/>
            <a:ext cx="3600000" cy="24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5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2026-02-05T05:23:53Z</dcterms:created>
  <dcterms:modified xsi:type="dcterms:W3CDTF">2026-02-05T05:29:43Z</dcterms:modified>
</cp:coreProperties>
</file>