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979" y="90617"/>
            <a:ext cx="3600000" cy="2533421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6544" y="90617"/>
            <a:ext cx="3600000" cy="2563697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4109" y="222422"/>
            <a:ext cx="3600000" cy="253546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938" y="3797644"/>
            <a:ext cx="3600000" cy="254508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0015" y="3797644"/>
            <a:ext cx="3600000" cy="252358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4109" y="3797644"/>
            <a:ext cx="3600000" cy="2612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작업내용</Template>
  <TotalTime>27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2</cp:revision>
  <dcterms:created xsi:type="dcterms:W3CDTF">2026-03-17T23:47:28Z</dcterms:created>
  <dcterms:modified xsi:type="dcterms:W3CDTF">2026-03-18T00:14:39Z</dcterms:modified>
</cp:coreProperties>
</file>