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70" y="280088"/>
            <a:ext cx="3600000" cy="242457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215" y="289323"/>
            <a:ext cx="3600000" cy="240610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610" y="280088"/>
            <a:ext cx="3600000" cy="240550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001" y="3774821"/>
            <a:ext cx="3600000" cy="252203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70" y="3772929"/>
            <a:ext cx="3600000" cy="252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2026-02-12T00:25:34Z</dcterms:created>
  <dcterms:modified xsi:type="dcterms:W3CDTF">2026-02-12T00:40:34Z</dcterms:modified>
</cp:coreProperties>
</file>