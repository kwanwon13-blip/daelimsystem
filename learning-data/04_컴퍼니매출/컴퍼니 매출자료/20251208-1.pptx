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56" y="197708"/>
            <a:ext cx="3600000" cy="2469116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7158" y="197708"/>
            <a:ext cx="3600000" cy="2544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작업내용</Template>
  <TotalTime>10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1</cp:revision>
  <dcterms:created xsi:type="dcterms:W3CDTF">2025-12-08T05:09:32Z</dcterms:created>
  <dcterms:modified xsi:type="dcterms:W3CDTF">2025-12-08T05:20:06Z</dcterms:modified>
</cp:coreProperties>
</file>