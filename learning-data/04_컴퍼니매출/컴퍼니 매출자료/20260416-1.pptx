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79" y="152400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118" y="226637"/>
            <a:ext cx="3600000" cy="25460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658" y="237068"/>
            <a:ext cx="3600000" cy="25356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55" y="3657601"/>
            <a:ext cx="3600000" cy="25977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118" y="3801534"/>
            <a:ext cx="3600000" cy="25460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459" y="3596802"/>
            <a:ext cx="3600000" cy="295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09" y="313268"/>
            <a:ext cx="3600000" cy="25382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401" y="313268"/>
            <a:ext cx="3600000" cy="25455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55" y="313268"/>
            <a:ext cx="3600000" cy="24578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98" y="3759202"/>
            <a:ext cx="3600000" cy="25295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46" y="3860800"/>
            <a:ext cx="3600000" cy="2545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831525"/>
            <a:ext cx="3600000" cy="245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2026-04-16T05:53:37Z</dcterms:created>
  <dcterms:modified xsi:type="dcterms:W3CDTF">2026-04-16T06:04:43Z</dcterms:modified>
</cp:coreProperties>
</file>