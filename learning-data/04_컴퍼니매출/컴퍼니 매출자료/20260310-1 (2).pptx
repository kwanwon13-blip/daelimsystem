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0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67" y="222422"/>
            <a:ext cx="3600000" cy="24390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754" y="222422"/>
            <a:ext cx="3600000" cy="260683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448" y="256524"/>
            <a:ext cx="3600000" cy="25386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39" y="3674076"/>
            <a:ext cx="3600000" cy="251103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128" y="3640108"/>
            <a:ext cx="3600000" cy="2545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087" y="3633209"/>
            <a:ext cx="3600000" cy="255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10" y="209725"/>
            <a:ext cx="3600000" cy="252884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677" y="209725"/>
            <a:ext cx="3600000" cy="253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2026-03-10T08:11:42Z</dcterms:modified>
</cp:coreProperties>
</file>