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75" y="148282"/>
            <a:ext cx="3600000" cy="25453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58" y="148282"/>
            <a:ext cx="3600000" cy="25533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382" y="173158"/>
            <a:ext cx="3600000" cy="254900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486" y="3410465"/>
            <a:ext cx="3600000" cy="25457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756" y="3410465"/>
            <a:ext cx="3600000" cy="254525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75" y="3410465"/>
            <a:ext cx="3600000" cy="25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2026-01-13T02:16:25Z</dcterms:created>
  <dcterms:modified xsi:type="dcterms:W3CDTF">2026-01-13T02:24:20Z</dcterms:modified>
</cp:coreProperties>
</file>