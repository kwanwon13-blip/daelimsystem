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7" Type="http://schemas.openxmlformats.org/officeDocument/2006/relationships/image" Target="../media/image36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35" y="114918"/>
            <a:ext cx="3600000" cy="255706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946" y="114918"/>
            <a:ext cx="3600000" cy="254451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457" y="127580"/>
            <a:ext cx="3600000" cy="254440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89" y="3681901"/>
            <a:ext cx="3600000" cy="254508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511" y="3733430"/>
            <a:ext cx="3600000" cy="249355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933" y="3668899"/>
            <a:ext cx="3600000" cy="255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94" y="155618"/>
            <a:ext cx="3600000" cy="252848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126" y="155618"/>
            <a:ext cx="3600000" cy="243373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158" y="209119"/>
            <a:ext cx="3600000" cy="242148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930" y="3677702"/>
            <a:ext cx="3600000" cy="254532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59" y="3677702"/>
            <a:ext cx="3600000" cy="254532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494" y="3752080"/>
            <a:ext cx="3600000" cy="247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7" y="154789"/>
            <a:ext cx="3600000" cy="247698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61" y="121075"/>
            <a:ext cx="3600000" cy="254440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205" y="106752"/>
            <a:ext cx="3600000" cy="255873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99" y="3629262"/>
            <a:ext cx="3600000" cy="254517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13" y="3629262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23" y="3629262"/>
            <a:ext cx="3600000" cy="244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19" y="123567"/>
            <a:ext cx="3600000" cy="254465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005" y="307485"/>
            <a:ext cx="3600000" cy="236074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262" y="269038"/>
            <a:ext cx="3600000" cy="243763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09" y="3781168"/>
            <a:ext cx="3600000" cy="254026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723" y="3796481"/>
            <a:ext cx="3600000" cy="250963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262" y="3799913"/>
            <a:ext cx="3600000" cy="252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449" y="266233"/>
            <a:ext cx="3600000" cy="242398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460" y="462390"/>
            <a:ext cx="3600000" cy="24239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5" y="266906"/>
            <a:ext cx="3600000" cy="242330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49" y="3962401"/>
            <a:ext cx="3600000" cy="253103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446" y="3962401"/>
            <a:ext cx="3600000" cy="255805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758" y="3973966"/>
            <a:ext cx="3600000" cy="253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30" y="155617"/>
            <a:ext cx="3600000" cy="255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517" y="161804"/>
            <a:ext cx="3600000" cy="254381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506" y="222422"/>
            <a:ext cx="3600000" cy="254506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34" y="3860498"/>
            <a:ext cx="3600000" cy="255800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506" y="3868500"/>
            <a:ext cx="3600000" cy="255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3860498"/>
            <a:ext cx="3600000" cy="24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20" y="140044"/>
            <a:ext cx="3600000" cy="247698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763" y="105452"/>
            <a:ext cx="3600000" cy="254616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468" y="105452"/>
            <a:ext cx="3600000" cy="255800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63" y="3967590"/>
            <a:ext cx="3600000" cy="255800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348" y="3886448"/>
            <a:ext cx="3600000" cy="251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2380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2025-12-08T05:19:58Z</dcterms:modified>
</cp:coreProperties>
</file>