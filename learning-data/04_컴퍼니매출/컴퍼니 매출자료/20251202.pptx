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3" r:id="rId2"/>
    <p:sldId id="264" r:id="rId3"/>
    <p:sldId id="265" r:id="rId4"/>
    <p:sldId id="266" r:id="rId5"/>
    <p:sldId id="267" r:id="rId6"/>
    <p:sldId id="268" r:id="rId7"/>
    <p:sldId id="269" r:id="rId8"/>
    <p:sldId id="270" r:id="rId9"/>
    <p:sldId id="271" r:id="rId10"/>
  </p:sldIdLst>
  <p:sldSz cx="12192000" cy="6858000"/>
  <p:notesSz cx="6858000" cy="9144000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987" autoAdjust="0"/>
    <p:restoredTop sz="94660"/>
  </p:normalViewPr>
  <p:slideViewPr>
    <p:cSldViewPr snapToGrid="0">
      <p:cViewPr varScale="1">
        <p:scale>
          <a:sx n="116" d="100"/>
          <a:sy n="116" d="100"/>
        </p:scale>
        <p:origin x="336" y="10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부제목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 smtClean="0"/>
              <a:t>마스터 부제목 스타일 편집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3028755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73698230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39850891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91118369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7" name="날짜 개체 틀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8" name="바닥글 개체 틀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슬라이드 번호 개체 틀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3149030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날짜 개체 틀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1525550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날짜 개체 틀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3" name="바닥글 개체 틀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슬라이드 번호 개체 틀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7951501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588520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5" name="날짜 개체 틀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6558967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8643148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467669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개체 틀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날짜 개체 틀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78377A2-927D-4589-BC5B-B6F998C47722}" type="datetimeFigureOut">
              <a:rPr lang="ko-KR" altLang="en-US" smtClean="0"/>
              <a:t>2025-12-02</a:t>
            </a:fld>
            <a:endParaRPr lang="ko-KR" altLang="en-US"/>
          </a:p>
        </p:txBody>
      </p:sp>
      <p:sp>
        <p:nvSpPr>
          <p:cNvPr id="5" name="바닥글 개체 틀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슬라이드 번호 개체 틀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E5B4A04-4EEF-49F4-8647-85EA462DC865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11029511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7" Type="http://schemas.openxmlformats.org/officeDocument/2006/relationships/image" Target="../media/image6.jp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5.jpg"/><Relationship Id="rId5" Type="http://schemas.openxmlformats.org/officeDocument/2006/relationships/image" Target="../media/image4.jpg"/><Relationship Id="rId4" Type="http://schemas.openxmlformats.org/officeDocument/2006/relationships/image" Target="../media/image3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jpeg"/><Relationship Id="rId7" Type="http://schemas.openxmlformats.org/officeDocument/2006/relationships/image" Target="../media/image12.jpeg"/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jpeg"/><Relationship Id="rId5" Type="http://schemas.openxmlformats.org/officeDocument/2006/relationships/image" Target="../media/image10.jpeg"/><Relationship Id="rId4" Type="http://schemas.openxmlformats.org/officeDocument/2006/relationships/image" Target="../media/image9.jp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jpeg"/><Relationship Id="rId7" Type="http://schemas.openxmlformats.org/officeDocument/2006/relationships/image" Target="../media/image18.jpeg"/><Relationship Id="rId2" Type="http://schemas.openxmlformats.org/officeDocument/2006/relationships/image" Target="../media/image13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7.jpeg"/><Relationship Id="rId5" Type="http://schemas.openxmlformats.org/officeDocument/2006/relationships/image" Target="../media/image16.jpeg"/><Relationship Id="rId4" Type="http://schemas.openxmlformats.org/officeDocument/2006/relationships/image" Target="../media/image15.jp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0.jpeg"/><Relationship Id="rId7" Type="http://schemas.openxmlformats.org/officeDocument/2006/relationships/image" Target="../media/image24.jpeg"/><Relationship Id="rId2" Type="http://schemas.openxmlformats.org/officeDocument/2006/relationships/image" Target="../media/image19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jpeg"/><Relationship Id="rId5" Type="http://schemas.openxmlformats.org/officeDocument/2006/relationships/image" Target="../media/image22.jpeg"/><Relationship Id="rId4" Type="http://schemas.openxmlformats.org/officeDocument/2006/relationships/image" Target="../media/image21.jpe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jpeg"/><Relationship Id="rId7" Type="http://schemas.openxmlformats.org/officeDocument/2006/relationships/image" Target="../media/image30.jpg"/><Relationship Id="rId2" Type="http://schemas.openxmlformats.org/officeDocument/2006/relationships/image" Target="../media/image25.jpe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9.jpg"/><Relationship Id="rId5" Type="http://schemas.openxmlformats.org/officeDocument/2006/relationships/image" Target="../media/image28.jpeg"/><Relationship Id="rId4" Type="http://schemas.openxmlformats.org/officeDocument/2006/relationships/image" Target="../media/image27.jpeg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91" y="280087"/>
            <a:ext cx="3600000" cy="245215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648" y="181232"/>
            <a:ext cx="3600000" cy="246003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92000" y="242700"/>
            <a:ext cx="3600000" cy="2526923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3277" y="3679224"/>
            <a:ext cx="3600000" cy="253913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80591" y="3679224"/>
            <a:ext cx="3600000" cy="250765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7548" y="3679224"/>
            <a:ext cx="3600000" cy="254842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934500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66899" y="100750"/>
            <a:ext cx="3600000" cy="2507057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52392" y="143734"/>
            <a:ext cx="3600000" cy="2421088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137885" y="143734"/>
            <a:ext cx="3600000" cy="254717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2392" y="3522664"/>
            <a:ext cx="3600000" cy="2685592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12942" y="3653987"/>
            <a:ext cx="3600000" cy="255426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84656" y="3787566"/>
            <a:ext cx="3600000" cy="2420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4726108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52895" y="98854"/>
            <a:ext cx="3600000" cy="3337248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620439" y="567999"/>
            <a:ext cx="3600000" cy="2545082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504023" y="550856"/>
            <a:ext cx="3619500" cy="2562225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72842" y="3319850"/>
            <a:ext cx="3600000" cy="3702375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358233" y="4184822"/>
            <a:ext cx="3600000" cy="2405492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494797" y="4051699"/>
            <a:ext cx="3600000" cy="242260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575100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47" y="82378"/>
            <a:ext cx="3600000" cy="2424714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257" y="239875"/>
            <a:ext cx="3600000" cy="2544511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90" y="303441"/>
            <a:ext cx="3600000" cy="2417381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12947" y="3682313"/>
            <a:ext cx="3600000" cy="2545088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80257" y="3737457"/>
            <a:ext cx="3600000" cy="2434799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67090" y="3648323"/>
            <a:ext cx="3600000" cy="25424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8981143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87901" y="140045"/>
            <a:ext cx="3600000" cy="2531031"/>
          </a:xfrm>
          <a:prstGeom prst="rect">
            <a:avLst/>
          </a:prstGeom>
        </p:spPr>
      </p:pic>
      <p:pic>
        <p:nvPicPr>
          <p:cNvPr id="3" name="그림 2"/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91230" y="213690"/>
            <a:ext cx="3600000" cy="2545690"/>
          </a:xfrm>
          <a:prstGeom prst="rect">
            <a:avLst/>
          </a:prstGeom>
        </p:spPr>
      </p:pic>
      <p:pic>
        <p:nvPicPr>
          <p:cNvPr id="4" name="그림 3"/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77133" y="140045"/>
            <a:ext cx="3600000" cy="2545690"/>
          </a:xfrm>
          <a:prstGeom prst="rect">
            <a:avLst/>
          </a:prstGeom>
        </p:spPr>
      </p:pic>
      <p:pic>
        <p:nvPicPr>
          <p:cNvPr id="5" name="그림 4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91230" y="3813624"/>
            <a:ext cx="3600000" cy="2545690"/>
          </a:xfrm>
          <a:prstGeom prst="rect">
            <a:avLst/>
          </a:prstGeom>
        </p:spPr>
      </p:pic>
      <p:pic>
        <p:nvPicPr>
          <p:cNvPr id="6" name="그림 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413936" y="3813624"/>
            <a:ext cx="3600000" cy="2559880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236642" y="3832328"/>
            <a:ext cx="3600000" cy="25411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10838565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2041401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17229251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8866782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98893105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2375</TotalTime>
  <Words>0</Words>
  <Application>Microsoft Office PowerPoint</Application>
  <PresentationFormat>와이드스크린</PresentationFormat>
  <Paragraphs>0</Paragraphs>
  <Slides>9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9</vt:i4>
      </vt:variant>
    </vt:vector>
  </HeadingPairs>
  <TitlesOfParts>
    <vt:vector size="12" baseType="lpstr">
      <vt:lpstr>맑은 고딕</vt:lpstr>
      <vt:lpstr>Arial</vt:lpstr>
      <vt:lpstr>Office 테마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DSMPC</dc:creator>
  <cp:lastModifiedBy>DSMPC</cp:lastModifiedBy>
  <cp:revision>35</cp:revision>
  <dcterms:created xsi:type="dcterms:W3CDTF">2021-01-04T03:15:44Z</dcterms:created>
  <dcterms:modified xsi:type="dcterms:W3CDTF">2025-12-02T05:23:27Z</dcterms:modified>
</cp:coreProperties>
</file>