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22" y="172995"/>
            <a:ext cx="3600000" cy="254566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791" y="172995"/>
            <a:ext cx="3600000" cy="254577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797" y="263402"/>
            <a:ext cx="3600000" cy="236485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41" y="3776185"/>
            <a:ext cx="3600000" cy="24173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033" y="3776185"/>
            <a:ext cx="3600000" cy="244473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776185"/>
            <a:ext cx="3600000" cy="254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23" y="66288"/>
            <a:ext cx="3600000" cy="241222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224" y="66288"/>
            <a:ext cx="3600000" cy="255114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107" y="66288"/>
            <a:ext cx="3600000" cy="24672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16" y="3599936"/>
            <a:ext cx="3600000" cy="254544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719" y="4138495"/>
            <a:ext cx="3600000" cy="1702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844" y="3888260"/>
            <a:ext cx="3600000" cy="242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2372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2026-01-30T05:22:51Z</dcterms:modified>
</cp:coreProperties>
</file>