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21" y="296564"/>
            <a:ext cx="3600000" cy="245876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384" y="219422"/>
            <a:ext cx="3600000" cy="261304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732" y="219422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21" y="3995351"/>
            <a:ext cx="3600000" cy="245844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517" y="3995351"/>
            <a:ext cx="3600000" cy="256414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732" y="3995351"/>
            <a:ext cx="3600000" cy="253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05" y="123568"/>
            <a:ext cx="3600000" cy="253790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918" y="203776"/>
            <a:ext cx="3600000" cy="245769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531" y="147723"/>
            <a:ext cx="3600000" cy="248959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305" y="3707027"/>
            <a:ext cx="3600000" cy="245778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647" y="3707027"/>
            <a:ext cx="3600000" cy="250535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337" y="3707027"/>
            <a:ext cx="3600000" cy="253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70" y="156520"/>
            <a:ext cx="3600000" cy="239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11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2</cp:revision>
  <dcterms:created xsi:type="dcterms:W3CDTF">2026-04-02T05:31:54Z</dcterms:created>
  <dcterms:modified xsi:type="dcterms:W3CDTF">2026-04-02T05:43:11Z</dcterms:modified>
</cp:coreProperties>
</file>