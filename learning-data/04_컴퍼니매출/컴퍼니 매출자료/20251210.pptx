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80" y="131806"/>
            <a:ext cx="3600000" cy="253103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967" y="158916"/>
            <a:ext cx="3600000" cy="250392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592" y="158916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80" y="3918250"/>
            <a:ext cx="3600000" cy="25598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967" y="4011828"/>
            <a:ext cx="3600000" cy="254651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592" y="3954926"/>
            <a:ext cx="3600000" cy="248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50" y="154707"/>
            <a:ext cx="3600000" cy="251123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872" y="177442"/>
            <a:ext cx="3600000" cy="24884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336" y="177442"/>
            <a:ext cx="3600000" cy="254897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86" y="3847071"/>
            <a:ext cx="3600000" cy="260528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859" y="3847071"/>
            <a:ext cx="3600000" cy="254451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015" y="3827267"/>
            <a:ext cx="3600000" cy="256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58" y="167929"/>
            <a:ext cx="3600000" cy="254576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320" y="265284"/>
            <a:ext cx="3600000" cy="254897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354" y="372474"/>
            <a:ext cx="3600000" cy="244178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39" y="3968826"/>
            <a:ext cx="3600000" cy="24181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243" y="3968826"/>
            <a:ext cx="3600000" cy="243344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447" y="3898915"/>
            <a:ext cx="3600000" cy="25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2025-12-10T00:46:23Z</dcterms:modified>
</cp:coreProperties>
</file>