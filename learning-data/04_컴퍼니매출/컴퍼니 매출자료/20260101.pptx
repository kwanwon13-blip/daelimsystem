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16" y="321276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18" y="373100"/>
            <a:ext cx="3523488" cy="24932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208" y="373100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16" y="3739979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18" y="3814120"/>
            <a:ext cx="3600000" cy="25462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679" y="3846904"/>
            <a:ext cx="3600000" cy="255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51" y="145034"/>
            <a:ext cx="3600000" cy="254366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038" y="211820"/>
            <a:ext cx="3600000" cy="24768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604" y="259861"/>
            <a:ext cx="3600000" cy="24288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20" y="3488065"/>
            <a:ext cx="3974592" cy="27980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6" y="3741041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240" y="3798107"/>
            <a:ext cx="3600000" cy="243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230659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117" y="340841"/>
            <a:ext cx="3600000" cy="252151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604" y="288785"/>
            <a:ext cx="3600000" cy="24288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80" y="3492844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117" y="3558747"/>
            <a:ext cx="3600000" cy="254490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975" y="3619671"/>
            <a:ext cx="3600000" cy="241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39" y="304801"/>
            <a:ext cx="3600000" cy="24446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288" y="238898"/>
            <a:ext cx="3600000" cy="24319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978" y="164758"/>
            <a:ext cx="3600000" cy="242352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39" y="3677166"/>
            <a:ext cx="3600000" cy="25215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86" y="3677166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2025-12-29T06:12:04Z</dcterms:modified>
</cp:coreProperties>
</file>