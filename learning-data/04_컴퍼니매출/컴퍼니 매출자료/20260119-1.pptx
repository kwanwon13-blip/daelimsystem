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74" y="107093"/>
            <a:ext cx="3600000" cy="25568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536" y="204144"/>
            <a:ext cx="3600000" cy="25273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198" y="204144"/>
            <a:ext cx="3600000" cy="25392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36" y="3501082"/>
            <a:ext cx="3600000" cy="25394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198" y="3501082"/>
            <a:ext cx="3600000" cy="254549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860" y="3636145"/>
            <a:ext cx="3600000" cy="240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208" y="155404"/>
            <a:ext cx="3600000" cy="25450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72" y="155404"/>
            <a:ext cx="3600000" cy="25604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438" y="155404"/>
            <a:ext cx="3600000" cy="243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2026-01-19T00:36:48Z</dcterms:created>
  <dcterms:modified xsi:type="dcterms:W3CDTF">2026-01-19T00:42:36Z</dcterms:modified>
</cp:coreProperties>
</file>