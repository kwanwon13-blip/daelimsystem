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31" y="189470"/>
            <a:ext cx="3600000" cy="256454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774" y="212765"/>
            <a:ext cx="3600000" cy="25179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673" y="227946"/>
            <a:ext cx="3600000" cy="250277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53" y="3739979"/>
            <a:ext cx="3600000" cy="247427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774" y="3678359"/>
            <a:ext cx="3600000" cy="259751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673" y="3739979"/>
            <a:ext cx="3600000" cy="255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2026-03-26T05:29:46Z</dcterms:created>
  <dcterms:modified xsi:type="dcterms:W3CDTF">2026-03-26T05:37:29Z</dcterms:modified>
</cp:coreProperties>
</file>