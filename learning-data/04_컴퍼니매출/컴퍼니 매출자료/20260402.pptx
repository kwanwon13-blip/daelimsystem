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15" y="164500"/>
            <a:ext cx="3600000" cy="255174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155" y="211015"/>
            <a:ext cx="3600000" cy="245871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436" y="211015"/>
            <a:ext cx="3600000" cy="254383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11" y="3764692"/>
            <a:ext cx="3600000" cy="254037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155" y="3859886"/>
            <a:ext cx="3600000" cy="244517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464" y="3723066"/>
            <a:ext cx="3907536" cy="271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70" y="189599"/>
            <a:ext cx="3600000" cy="253762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435" y="189599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182" y="224258"/>
            <a:ext cx="3600000" cy="251042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62" y="3896497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999" y="3896497"/>
            <a:ext cx="3600000" cy="245876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060" y="3896497"/>
            <a:ext cx="3600000" cy="241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40" y="107093"/>
            <a:ext cx="3600000" cy="255753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323" y="209323"/>
            <a:ext cx="3600000" cy="256042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566" y="281401"/>
            <a:ext cx="3600000" cy="241627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22" y="3468130"/>
            <a:ext cx="3600000" cy="285078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778" y="3731740"/>
            <a:ext cx="3600000" cy="252251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566" y="3861529"/>
            <a:ext cx="3600000" cy="245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08" y="156519"/>
            <a:ext cx="3600000" cy="242328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575" y="156519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002" y="199335"/>
            <a:ext cx="3600000" cy="24594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22" y="3638900"/>
            <a:ext cx="3600000" cy="254478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281" y="3732157"/>
            <a:ext cx="3600000" cy="25447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340" y="3731741"/>
            <a:ext cx="3600000" cy="254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41" y="148281"/>
            <a:ext cx="3600000" cy="261305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664" y="148281"/>
            <a:ext cx="3600000" cy="343086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420" y="299900"/>
            <a:ext cx="3600000" cy="246143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21" y="3887601"/>
            <a:ext cx="3523488" cy="249326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259" y="3887601"/>
            <a:ext cx="3600000" cy="253914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420" y="3943212"/>
            <a:ext cx="3600000" cy="248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12" y="274649"/>
            <a:ext cx="3600000" cy="25437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496" y="296866"/>
            <a:ext cx="3600000" cy="252151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918" y="282812"/>
            <a:ext cx="3600000" cy="25496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42" y="3632887"/>
            <a:ext cx="3600000" cy="254588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711" y="3633685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918" y="3708593"/>
            <a:ext cx="3600000" cy="254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87" y="224399"/>
            <a:ext cx="3600000" cy="241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36</cp:revision>
  <dcterms:created xsi:type="dcterms:W3CDTF">2021-01-04T03:15:44Z</dcterms:created>
  <dcterms:modified xsi:type="dcterms:W3CDTF">2026-04-02T05:43:02Z</dcterms:modified>
</cp:coreProperties>
</file>