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57" y="148281"/>
            <a:ext cx="3600000" cy="253215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181" y="148281"/>
            <a:ext cx="3600000" cy="254780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286" y="150952"/>
            <a:ext cx="3600000" cy="254513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12" y="3690552"/>
            <a:ext cx="3600000" cy="254469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181" y="3711697"/>
            <a:ext cx="3600000" cy="254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11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2</cp:revision>
  <dcterms:created xsi:type="dcterms:W3CDTF">2026-04-06T07:02:47Z</dcterms:created>
  <dcterms:modified xsi:type="dcterms:W3CDTF">2026-04-06T07:14:18Z</dcterms:modified>
</cp:coreProperties>
</file>