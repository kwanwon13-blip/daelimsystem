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42" y="300929"/>
            <a:ext cx="3600000" cy="25465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92" y="156520"/>
            <a:ext cx="3600000" cy="254642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198" y="158115"/>
            <a:ext cx="3600000" cy="254482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04" y="3708676"/>
            <a:ext cx="3600000" cy="254680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92" y="3773169"/>
            <a:ext cx="3600000" cy="241782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198" y="3642554"/>
            <a:ext cx="3600000" cy="254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11" y="208171"/>
            <a:ext cx="3600000" cy="254529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596" y="272235"/>
            <a:ext cx="3600000" cy="241716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915" y="244668"/>
            <a:ext cx="3600000" cy="24447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90" y="3620777"/>
            <a:ext cx="3600000" cy="25580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424" y="3694835"/>
            <a:ext cx="3600000" cy="254713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915" y="3694835"/>
            <a:ext cx="3600000" cy="255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76" y="98855"/>
            <a:ext cx="3600000" cy="25407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27" y="98855"/>
            <a:ext cx="3600000" cy="25438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472" y="98855"/>
            <a:ext cx="3600000" cy="254612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55" y="3805881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282" y="3801807"/>
            <a:ext cx="3600000" cy="254916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472" y="3805881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03" y="164757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298" y="164757"/>
            <a:ext cx="3600000" cy="25045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993" y="195174"/>
            <a:ext cx="3600000" cy="24437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03" y="3509320"/>
            <a:ext cx="3600000" cy="25447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298" y="3496158"/>
            <a:ext cx="3600000" cy="255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965" y="165086"/>
            <a:ext cx="3600000" cy="254464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270" y="249360"/>
            <a:ext cx="3600000" cy="254634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7" y="249360"/>
            <a:ext cx="3600000" cy="25463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83" y="3704227"/>
            <a:ext cx="3523488" cy="24810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557" y="3704227"/>
            <a:ext cx="3600000" cy="254897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965" y="3789406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04" y="222423"/>
            <a:ext cx="3600000" cy="233378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214" y="117574"/>
            <a:ext cx="3600000" cy="254347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881" y="116173"/>
            <a:ext cx="3600000" cy="25448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75" y="3468130"/>
            <a:ext cx="3600000" cy="25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2026-01-21T00:22:58Z</dcterms:modified>
</cp:coreProperties>
</file>