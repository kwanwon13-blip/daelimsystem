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55" y="90618"/>
            <a:ext cx="3600000" cy="254530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287" y="154118"/>
            <a:ext cx="3600000" cy="241830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0472" y="148676"/>
            <a:ext cx="3600000" cy="242374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6309" y="3962401"/>
            <a:ext cx="3600000" cy="242374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42" y="3962401"/>
            <a:ext cx="3600000" cy="242374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0472" y="3764692"/>
            <a:ext cx="3600000" cy="242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90" y="214185"/>
            <a:ext cx="3600000" cy="244298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4825" y="214185"/>
            <a:ext cx="3600000" cy="253423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936" y="210901"/>
            <a:ext cx="3600000" cy="244626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90" y="3624649"/>
            <a:ext cx="3600000" cy="230163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515" y="3772931"/>
            <a:ext cx="3600000" cy="248098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8314" y="2996956"/>
            <a:ext cx="2679197" cy="355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45" y="144740"/>
            <a:ext cx="3600000" cy="243380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8559" y="161471"/>
            <a:ext cx="3600000" cy="241707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4073" y="0"/>
            <a:ext cx="3600000" cy="241707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38" y="3806870"/>
            <a:ext cx="3600000" cy="254509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791" y="3806870"/>
            <a:ext cx="3600000" cy="254542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519" y="3833497"/>
            <a:ext cx="3600000" cy="2518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331" y="288325"/>
            <a:ext cx="3600000" cy="256128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314" y="288325"/>
            <a:ext cx="3600000" cy="252569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071" y="421312"/>
            <a:ext cx="3600000" cy="242830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626" y="3661267"/>
            <a:ext cx="3600000" cy="253543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4643" y="3720843"/>
            <a:ext cx="3600000" cy="241628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1071" y="3720843"/>
            <a:ext cx="3600000" cy="261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21" y="90616"/>
            <a:ext cx="3600000" cy="254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2374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2025-12-16T23:49:32Z</dcterms:modified>
</cp:coreProperties>
</file>