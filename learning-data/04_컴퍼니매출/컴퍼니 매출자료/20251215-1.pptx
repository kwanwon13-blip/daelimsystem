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0" y="354228"/>
            <a:ext cx="3600000" cy="26127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026" y="271848"/>
            <a:ext cx="3600000" cy="26127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140" y="271849"/>
            <a:ext cx="3600000" cy="26127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2" y="3838833"/>
            <a:ext cx="3600000" cy="26127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069" y="3748216"/>
            <a:ext cx="3600000" cy="26127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707" y="3748217"/>
            <a:ext cx="3600000" cy="26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16" y="115331"/>
            <a:ext cx="3600000" cy="26127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210" y="115331"/>
            <a:ext cx="3600000" cy="26127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799" y="115331"/>
            <a:ext cx="3600000" cy="26127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16" y="3632887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2025-12-15T05:57:39Z</dcterms:created>
  <dcterms:modified xsi:type="dcterms:W3CDTF">2025-12-15T06:05:40Z</dcterms:modified>
</cp:coreProperties>
</file>