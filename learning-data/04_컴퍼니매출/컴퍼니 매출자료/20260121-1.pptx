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06" y="140043"/>
            <a:ext cx="3600000" cy="245731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186" y="96155"/>
            <a:ext cx="3600000" cy="2545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7123" y="247136"/>
            <a:ext cx="3600000" cy="249651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148" y="3632757"/>
            <a:ext cx="3600000" cy="2466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작업내용</Template>
  <TotalTime>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1</cp:revision>
  <dcterms:created xsi:type="dcterms:W3CDTF">2026-01-21T00:17:19Z</dcterms:created>
  <dcterms:modified xsi:type="dcterms:W3CDTF">2026-01-21T00:23:06Z</dcterms:modified>
</cp:coreProperties>
</file>