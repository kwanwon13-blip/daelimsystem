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96" y="257175"/>
            <a:ext cx="3600000" cy="24341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559" y="257175"/>
            <a:ext cx="3600000" cy="251223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238" y="183971"/>
            <a:ext cx="3600000" cy="25854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4" y="3639322"/>
            <a:ext cx="3600000" cy="25457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51" y="3623597"/>
            <a:ext cx="3600000" cy="25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2025-12-31T04:42:12Z</dcterms:modified>
</cp:coreProperties>
</file>