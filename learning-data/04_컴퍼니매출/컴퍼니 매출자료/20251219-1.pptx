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03" y="247135"/>
            <a:ext cx="3600000" cy="252883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550" y="247135"/>
            <a:ext cx="3600000" cy="24264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197" y="163258"/>
            <a:ext cx="3600000" cy="261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9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2025-12-19T00:23:38Z</dcterms:created>
  <dcterms:modified xsi:type="dcterms:W3CDTF">2025-12-19T00:33:20Z</dcterms:modified>
</cp:coreProperties>
</file>