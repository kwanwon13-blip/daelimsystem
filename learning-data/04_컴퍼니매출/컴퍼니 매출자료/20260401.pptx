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4" r:id="rId3"/>
    <p:sldId id="265" r:id="rId4"/>
    <p:sldId id="266" r:id="rId5"/>
    <p:sldId id="267" r:id="rId6"/>
    <p:sldId id="268" r:id="rId7"/>
    <p:sldId id="269" r:id="rId8"/>
    <p:sldId id="270" r:id="rId9"/>
    <p:sldId id="271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2026-03-31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30287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2026-03-31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36982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2026-03-31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98508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2026-03-31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11183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2026-03-31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31490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2026-03-31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52555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2026-03-31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95150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2026-03-31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65885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2026-03-31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65589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2026-03-31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64314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2026-03-31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4676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8377A2-927D-4589-BC5B-B6F998C47722}" type="datetimeFigureOut">
              <a:rPr lang="ko-KR" altLang="en-US" smtClean="0"/>
              <a:t>2026-03-31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5B4A04-4EEF-49F4-8647-85EA462DC865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10295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7" Type="http://schemas.openxmlformats.org/officeDocument/2006/relationships/image" Target="../media/image12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g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7" Type="http://schemas.openxmlformats.org/officeDocument/2006/relationships/image" Target="../media/image18.jp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jpeg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7" Type="http://schemas.openxmlformats.org/officeDocument/2006/relationships/image" Target="../media/image24.jp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jpeg"/><Relationship Id="rId5" Type="http://schemas.openxmlformats.org/officeDocument/2006/relationships/image" Target="../media/image22.jpg"/><Relationship Id="rId4" Type="http://schemas.openxmlformats.org/officeDocument/2006/relationships/image" Target="../media/image2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7" Type="http://schemas.openxmlformats.org/officeDocument/2006/relationships/image" Target="../media/image30.jpe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jpeg"/><Relationship Id="rId5" Type="http://schemas.openxmlformats.org/officeDocument/2006/relationships/image" Target="../media/image28.jpeg"/><Relationship Id="rId4" Type="http://schemas.openxmlformats.org/officeDocument/2006/relationships/image" Target="../media/image27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876" y="112117"/>
            <a:ext cx="3600000" cy="2546008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4727" y="184853"/>
            <a:ext cx="3600000" cy="2473272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9536" y="184853"/>
            <a:ext cx="3600000" cy="2546032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1157" y="3834203"/>
            <a:ext cx="3600000" cy="2510004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917" y="3800860"/>
            <a:ext cx="3600000" cy="2432751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4397" y="3786169"/>
            <a:ext cx="3600000" cy="2545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4500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784" y="101161"/>
            <a:ext cx="3600000" cy="2523735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6376" y="101161"/>
            <a:ext cx="3600000" cy="2527489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2004" y="101161"/>
            <a:ext cx="3600000" cy="2545426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523" y="3781168"/>
            <a:ext cx="3600000" cy="2528514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1505" y="3768121"/>
            <a:ext cx="3600000" cy="2541561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2004" y="3768121"/>
            <a:ext cx="3600000" cy="2506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261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242" y="156519"/>
            <a:ext cx="3600000" cy="2528514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1542" y="160657"/>
            <a:ext cx="3600000" cy="2524376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1842" y="209942"/>
            <a:ext cx="3600000" cy="2421667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443" y="3608173"/>
            <a:ext cx="3600000" cy="2530100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1542" y="3674076"/>
            <a:ext cx="3600000" cy="253010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1842" y="3658650"/>
            <a:ext cx="3600000" cy="2560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5100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602" y="181233"/>
            <a:ext cx="3600000" cy="2545088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6536" y="181233"/>
            <a:ext cx="3600000" cy="2440531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5689" y="196625"/>
            <a:ext cx="3600000" cy="2425139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608" y="3708757"/>
            <a:ext cx="3600000" cy="2545278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0663" y="3708757"/>
            <a:ext cx="3600000" cy="2544337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3299" y="3708757"/>
            <a:ext cx="3600000" cy="2544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811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599" y="0"/>
            <a:ext cx="3600000" cy="2532432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5727" y="114831"/>
            <a:ext cx="3600000" cy="2418182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1435" y="115121"/>
            <a:ext cx="3600000" cy="2417601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901" y="4069492"/>
            <a:ext cx="3600000" cy="2417096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3588" y="4011373"/>
            <a:ext cx="3600000" cy="2533333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8962" y="3933914"/>
            <a:ext cx="3600000" cy="2552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08385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023" y="370704"/>
            <a:ext cx="3600000" cy="2417335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4768" y="306785"/>
            <a:ext cx="3600000" cy="2545172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3972" y="306785"/>
            <a:ext cx="3600000" cy="2545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0414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72292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86678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89310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2377</TotalTime>
  <Words>0</Words>
  <Application>Microsoft Office PowerPoint</Application>
  <PresentationFormat>와이드스크린</PresentationFormat>
  <Paragraphs>0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DSMPC</dc:creator>
  <cp:lastModifiedBy>DSMPC</cp:lastModifiedBy>
  <cp:revision>35</cp:revision>
  <dcterms:created xsi:type="dcterms:W3CDTF">2021-01-04T03:15:44Z</dcterms:created>
  <dcterms:modified xsi:type="dcterms:W3CDTF">2026-03-31T00:59:39Z</dcterms:modified>
</cp:coreProperties>
</file>