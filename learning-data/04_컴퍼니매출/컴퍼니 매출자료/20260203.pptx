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43" y="82378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333" y="82870"/>
            <a:ext cx="3600000" cy="25445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923" y="79563"/>
            <a:ext cx="3600000" cy="25479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79" y="3567369"/>
            <a:ext cx="3600000" cy="252776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720" y="3550484"/>
            <a:ext cx="3600000" cy="25446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635419"/>
            <a:ext cx="3600000" cy="24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2" y="163440"/>
            <a:ext cx="3600000" cy="24226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774" y="107407"/>
            <a:ext cx="3600000" cy="25346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476" y="163440"/>
            <a:ext cx="3600000" cy="25223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43" y="3624649"/>
            <a:ext cx="3600000" cy="254494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546" y="3612777"/>
            <a:ext cx="3600000" cy="25568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624649"/>
            <a:ext cx="3600000" cy="254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62" y="98855"/>
            <a:ext cx="3600000" cy="25221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662" y="98855"/>
            <a:ext cx="3600000" cy="24173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122" y="203581"/>
            <a:ext cx="3600000" cy="24173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71" y="3728651"/>
            <a:ext cx="3600000" cy="242801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122" y="3611287"/>
            <a:ext cx="3600000" cy="25453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312" y="3737288"/>
            <a:ext cx="3600000" cy="241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08" y="181233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65" y="3574727"/>
            <a:ext cx="3600000" cy="25444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839" y="181233"/>
            <a:ext cx="3600000" cy="241787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493" y="181588"/>
            <a:ext cx="3600000" cy="25447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81" y="3574727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950" y="3700293"/>
            <a:ext cx="3600000" cy="24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25" y="164758"/>
            <a:ext cx="3600000" cy="25642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126" y="164758"/>
            <a:ext cx="3600000" cy="25461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451" y="164758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37" y="3847070"/>
            <a:ext cx="3600000" cy="257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2026-02-03T05:47:03Z</dcterms:modified>
</cp:coreProperties>
</file>