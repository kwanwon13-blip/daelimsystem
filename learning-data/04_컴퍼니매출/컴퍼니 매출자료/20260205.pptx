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g"/><Relationship Id="rId5" Type="http://schemas.openxmlformats.org/officeDocument/2006/relationships/image" Target="../media/image28.jpg"/><Relationship Id="rId4" Type="http://schemas.openxmlformats.org/officeDocument/2006/relationships/image" Target="../media/image2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258" y="227529"/>
            <a:ext cx="3600000" cy="254323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83" y="131475"/>
            <a:ext cx="3600000" cy="252148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7421" y="227529"/>
            <a:ext cx="3600000" cy="241728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96" y="3756583"/>
            <a:ext cx="3600000" cy="252569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351" y="3737628"/>
            <a:ext cx="3600000" cy="254464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7421" y="3737628"/>
            <a:ext cx="3600000" cy="254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74" y="217480"/>
            <a:ext cx="3600000" cy="254439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4382" y="250500"/>
            <a:ext cx="3600000" cy="247835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010" y="250500"/>
            <a:ext cx="3600000" cy="255753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74" y="3727870"/>
            <a:ext cx="3600000" cy="254933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541" y="3727870"/>
            <a:ext cx="3600000" cy="254544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010" y="3789406"/>
            <a:ext cx="3600000" cy="254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2569" y="257598"/>
            <a:ext cx="3600000" cy="25448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98" y="257598"/>
            <a:ext cx="3600000" cy="254487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048" y="257598"/>
            <a:ext cx="3600000" cy="254634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19" y="3598648"/>
            <a:ext cx="3600000" cy="255544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698" y="3773259"/>
            <a:ext cx="3600000" cy="254464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8841" y="3792104"/>
            <a:ext cx="3600000" cy="250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02" y="255373"/>
            <a:ext cx="3600000" cy="249358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764" y="284511"/>
            <a:ext cx="3600000" cy="246444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840" y="197708"/>
            <a:ext cx="3600000" cy="248044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567" y="3711394"/>
            <a:ext cx="3600000" cy="254933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618" y="3715639"/>
            <a:ext cx="3600000" cy="25450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7130" y="3798286"/>
            <a:ext cx="3600000" cy="255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79" y="268883"/>
            <a:ext cx="3600000" cy="24457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183" y="243208"/>
            <a:ext cx="3600000" cy="247137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473" y="168482"/>
            <a:ext cx="3600000" cy="254610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79" y="3612935"/>
            <a:ext cx="3600000" cy="254968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419" y="3612935"/>
            <a:ext cx="3600000" cy="253904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473" y="3756455"/>
            <a:ext cx="3600000" cy="25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439" y="0"/>
            <a:ext cx="3600000" cy="254573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5947" y="1003"/>
            <a:ext cx="3600000" cy="254473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076" y="811099"/>
            <a:ext cx="3600000" cy="92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2376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2026-02-05T05:29:36Z</dcterms:modified>
</cp:coreProperties>
</file>