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28" y="148282"/>
            <a:ext cx="3600000" cy="254637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274" y="164929"/>
            <a:ext cx="3600000" cy="252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2025-12-24T05:35:02Z</dcterms:created>
  <dcterms:modified xsi:type="dcterms:W3CDTF">2025-12-24T05:43:34Z</dcterms:modified>
</cp:coreProperties>
</file>