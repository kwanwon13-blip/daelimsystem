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43" y="172995"/>
            <a:ext cx="3600000" cy="244581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687" y="115219"/>
            <a:ext cx="3600000" cy="256136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931" y="237097"/>
            <a:ext cx="3600000" cy="254890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96" y="3761251"/>
            <a:ext cx="3600000" cy="251184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62" y="3756455"/>
            <a:ext cx="3600000" cy="251664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626" y="3785394"/>
            <a:ext cx="3600000" cy="245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27" y="135538"/>
            <a:ext cx="3600000" cy="253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2026-03-13T08:11:40Z</dcterms:created>
  <dcterms:modified xsi:type="dcterms:W3CDTF">2026-03-13T08:17:02Z</dcterms:modified>
</cp:coreProperties>
</file>