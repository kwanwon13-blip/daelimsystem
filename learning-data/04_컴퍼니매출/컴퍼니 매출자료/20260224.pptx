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03" y="0"/>
            <a:ext cx="3600000" cy="256056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527" y="15475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979" y="115331"/>
            <a:ext cx="3600000" cy="25401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39" y="3674077"/>
            <a:ext cx="3600000" cy="255832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41" y="3799620"/>
            <a:ext cx="3600000" cy="254763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55" y="3895530"/>
            <a:ext cx="3600000" cy="245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07" y="57666"/>
            <a:ext cx="3600000" cy="25308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937" y="88644"/>
            <a:ext cx="3600000" cy="249984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537" y="156520"/>
            <a:ext cx="3600000" cy="25279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07" y="3756454"/>
            <a:ext cx="3600000" cy="240541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795" y="3686358"/>
            <a:ext cx="3600000" cy="254560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537" y="3686358"/>
            <a:ext cx="3600000" cy="241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68" y="237986"/>
            <a:ext cx="3600000" cy="241699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23" y="223180"/>
            <a:ext cx="3600000" cy="242833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580" y="237986"/>
            <a:ext cx="3600000" cy="241353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3" y="3668475"/>
            <a:ext cx="3600000" cy="25315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737" y="3668475"/>
            <a:ext cx="3600000" cy="24242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911" y="3763496"/>
            <a:ext cx="3600000" cy="243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2026-02-23T23:53:46Z</dcterms:modified>
</cp:coreProperties>
</file>