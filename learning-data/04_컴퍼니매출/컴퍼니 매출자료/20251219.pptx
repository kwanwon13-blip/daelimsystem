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18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30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7" Type="http://schemas.openxmlformats.org/officeDocument/2006/relationships/image" Target="../media/image36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eg"/><Relationship Id="rId5" Type="http://schemas.openxmlformats.org/officeDocument/2006/relationships/image" Target="../media/image34.jpg"/><Relationship Id="rId4" Type="http://schemas.openxmlformats.org/officeDocument/2006/relationships/image" Target="../media/image3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408" y="107092"/>
            <a:ext cx="3600000" cy="25450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3243" y="107219"/>
            <a:ext cx="3600000" cy="254496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8078" y="121247"/>
            <a:ext cx="3600000" cy="253093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76" y="3691540"/>
            <a:ext cx="3600000" cy="254509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1478" y="3691540"/>
            <a:ext cx="3600000" cy="254485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419" y="3691540"/>
            <a:ext cx="3600000" cy="244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69" y="140916"/>
            <a:ext cx="3600000" cy="254294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007" y="208478"/>
            <a:ext cx="3600000" cy="240782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1530" y="160427"/>
            <a:ext cx="3600000" cy="252343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068" y="3938100"/>
            <a:ext cx="3600000" cy="241678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007" y="3938100"/>
            <a:ext cx="3600000" cy="254168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1530" y="4002158"/>
            <a:ext cx="3600000" cy="241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192429"/>
            <a:ext cx="3600000" cy="252580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170" y="274809"/>
            <a:ext cx="3600000" cy="254156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6390" y="274809"/>
            <a:ext cx="3600000" cy="254508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3665839"/>
            <a:ext cx="3600000" cy="244626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968" y="3576496"/>
            <a:ext cx="3600000" cy="253561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645" y="3576496"/>
            <a:ext cx="3600000" cy="242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605" y="176784"/>
            <a:ext cx="3600000" cy="246546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011" y="176785"/>
            <a:ext cx="3600000" cy="246546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3405" y="109346"/>
            <a:ext cx="3600000" cy="253290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46" y="3465165"/>
            <a:ext cx="3600000" cy="254578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4972" y="3567646"/>
            <a:ext cx="3600000" cy="244329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5533" y="3610578"/>
            <a:ext cx="3600000" cy="255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27" y="222545"/>
            <a:ext cx="3600000" cy="251392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731" y="204230"/>
            <a:ext cx="3600000" cy="255055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528" y="204230"/>
            <a:ext cx="3600000" cy="254542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27" y="3497869"/>
            <a:ext cx="3600000" cy="254487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191" y="3497869"/>
            <a:ext cx="3600000" cy="254508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55" y="3522441"/>
            <a:ext cx="3600000" cy="2520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06" y="105857"/>
            <a:ext cx="3600000" cy="252956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698" y="199666"/>
            <a:ext cx="3600000" cy="243575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8362" y="176360"/>
            <a:ext cx="3600000" cy="248236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08" y="3644338"/>
            <a:ext cx="3600000" cy="251947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3454" y="3618226"/>
            <a:ext cx="3600000" cy="254558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8362" y="3644338"/>
            <a:ext cx="3600000" cy="246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26" y="112495"/>
            <a:ext cx="3600000" cy="255524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489" y="168082"/>
            <a:ext cx="3600000" cy="241489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781" y="136663"/>
            <a:ext cx="3600000" cy="2531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2379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2025-12-19T00:33:12Z</dcterms:modified>
</cp:coreProperties>
</file>