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67" y="148281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947" y="148636"/>
            <a:ext cx="3600000" cy="254473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815" y="173794"/>
            <a:ext cx="3600000" cy="25195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67" y="3744180"/>
            <a:ext cx="3600000" cy="251987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081" y="3575154"/>
            <a:ext cx="3600000" cy="285792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3838833"/>
            <a:ext cx="3600000" cy="252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40" y="222421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122" y="223767"/>
            <a:ext cx="3600000" cy="254374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867" y="286614"/>
            <a:ext cx="3600000" cy="241670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83" y="3525796"/>
            <a:ext cx="3600000" cy="257605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4289" y="3556763"/>
            <a:ext cx="3600000" cy="2545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3526" y="3556763"/>
            <a:ext cx="3600000" cy="254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17" y="131806"/>
            <a:ext cx="3600000" cy="253932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652" y="131806"/>
            <a:ext cx="3600000" cy="255546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886" y="223967"/>
            <a:ext cx="3600000" cy="25495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52" y="3878477"/>
            <a:ext cx="3600000" cy="240517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335" y="3808546"/>
            <a:ext cx="3600000" cy="254503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018" y="3808546"/>
            <a:ext cx="3600000" cy="243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22" y="123568"/>
            <a:ext cx="3600000" cy="254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2378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2025-12-24T05:43:26Z</dcterms:modified>
</cp:coreProperties>
</file>