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10" y="161873"/>
            <a:ext cx="3600000" cy="25263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935" y="182953"/>
            <a:ext cx="3600000" cy="24841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05" y="247135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10" y="3682808"/>
            <a:ext cx="3600000" cy="25434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935" y="3682808"/>
            <a:ext cx="3600000" cy="241707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05" y="3624581"/>
            <a:ext cx="3600000" cy="253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64" y="133537"/>
            <a:ext cx="3600000" cy="25523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58" y="152621"/>
            <a:ext cx="3600000" cy="25332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744" y="255374"/>
            <a:ext cx="3600000" cy="25404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58" y="3577797"/>
            <a:ext cx="3600000" cy="25594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079" y="3592805"/>
            <a:ext cx="3600000" cy="25444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904" y="3650762"/>
            <a:ext cx="3600000" cy="248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4" y="123567"/>
            <a:ext cx="3600000" cy="242328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556" y="129953"/>
            <a:ext cx="3600000" cy="24105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120" y="216985"/>
            <a:ext cx="3600000" cy="254373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4" y="3822357"/>
            <a:ext cx="3600000" cy="25456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668" y="3823159"/>
            <a:ext cx="3600000" cy="254482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974" y="3718066"/>
            <a:ext cx="3600000" cy="25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51" y="205946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528" y="207611"/>
            <a:ext cx="3600000" cy="254342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05" y="271850"/>
            <a:ext cx="3600000" cy="25456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9" y="2644347"/>
            <a:ext cx="3600000" cy="45730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212" y="3253947"/>
            <a:ext cx="3600000" cy="347609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05" y="3719847"/>
            <a:ext cx="3600000" cy="254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2" y="271849"/>
            <a:ext cx="3600000" cy="253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2026-03-13T08:16:54Z</dcterms:modified>
</cp:coreProperties>
</file>