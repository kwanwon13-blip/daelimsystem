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70" y="0"/>
            <a:ext cx="3600000" cy="245314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208" y="66232"/>
            <a:ext cx="3600000" cy="2456557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089" y="189471"/>
            <a:ext cx="3600000" cy="25194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529" y="3372077"/>
            <a:ext cx="3600000" cy="241628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523" y="3321974"/>
            <a:ext cx="3600000" cy="253325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3517" y="3389289"/>
            <a:ext cx="3600000" cy="25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793" y="65903"/>
            <a:ext cx="3600000" cy="253580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466" y="123569"/>
            <a:ext cx="3600000" cy="253904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830" y="123569"/>
            <a:ext cx="3600000" cy="25450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26" y="3847071"/>
            <a:ext cx="3600000" cy="240782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5950" y="3776562"/>
            <a:ext cx="3600000" cy="2548837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9197" y="3709804"/>
            <a:ext cx="3600000" cy="25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06" y="194232"/>
            <a:ext cx="3600000" cy="254193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9952" y="194232"/>
            <a:ext cx="3600000" cy="253513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3584" y="216167"/>
            <a:ext cx="3600000" cy="2520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144" y="3757360"/>
            <a:ext cx="3600000" cy="254599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905" y="3756327"/>
            <a:ext cx="3600000" cy="254702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3584" y="3817826"/>
            <a:ext cx="3600000" cy="24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40" y="140043"/>
            <a:ext cx="3600000" cy="254508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678" y="140043"/>
            <a:ext cx="3600000" cy="25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2375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2026-01-19T00:42:28Z</dcterms:modified>
</cp:coreProperties>
</file>