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81" y="65904"/>
            <a:ext cx="3600000" cy="256040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943" y="48917"/>
            <a:ext cx="3600000" cy="257739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0405" y="178124"/>
            <a:ext cx="3600000" cy="244818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237" y="3897528"/>
            <a:ext cx="3600000" cy="240757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8696" y="3881397"/>
            <a:ext cx="3600000" cy="243983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1155" y="3766573"/>
            <a:ext cx="3600000" cy="2554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461" y="148282"/>
            <a:ext cx="3600000" cy="257694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4485" y="148282"/>
            <a:ext cx="3600000" cy="257693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3962" y="148282"/>
            <a:ext cx="3600000" cy="250778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556" y="3608173"/>
            <a:ext cx="3600000" cy="254184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407" y="3670692"/>
            <a:ext cx="3600000" cy="241680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0415" y="3608173"/>
            <a:ext cx="3600000" cy="2536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8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1</cp:revision>
  <dcterms:created xsi:type="dcterms:W3CDTF">2026-01-15T01:27:52Z</dcterms:created>
  <dcterms:modified xsi:type="dcterms:W3CDTF">2026-01-15T01:35:53Z</dcterms:modified>
</cp:coreProperties>
</file>