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77" y="205947"/>
            <a:ext cx="3600000" cy="250790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12" y="296563"/>
            <a:ext cx="3600000" cy="25201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970" y="273803"/>
            <a:ext cx="3600000" cy="25429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97" y="3690552"/>
            <a:ext cx="3600000" cy="244327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206" y="3781168"/>
            <a:ext cx="3600000" cy="25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2026-04-13T01:24:13Z</dcterms:created>
  <dcterms:modified xsi:type="dcterms:W3CDTF">2026-04-13T01:34:58Z</dcterms:modified>
</cp:coreProperties>
</file>