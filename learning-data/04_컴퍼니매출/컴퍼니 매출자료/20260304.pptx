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70" y="140044"/>
            <a:ext cx="3600000" cy="253607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958" y="196847"/>
            <a:ext cx="3600000" cy="242246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907" y="181935"/>
            <a:ext cx="3600000" cy="245228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63" y="3707028"/>
            <a:ext cx="3600000" cy="253356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907" y="3789407"/>
            <a:ext cx="3600000" cy="251741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367" y="3818846"/>
            <a:ext cx="3600000" cy="24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99" y="263611"/>
            <a:ext cx="3600000" cy="244171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720" y="263611"/>
            <a:ext cx="3600000" cy="254651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244" y="208132"/>
            <a:ext cx="3600000" cy="255267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95" y="3468624"/>
            <a:ext cx="3600000" cy="25434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980" y="3594252"/>
            <a:ext cx="3600000" cy="241782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5700" y="3595934"/>
            <a:ext cx="3600000" cy="241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67" y="268471"/>
            <a:ext cx="3600000" cy="2545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22" y="387261"/>
            <a:ext cx="3600000" cy="254443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5023" y="387261"/>
            <a:ext cx="3600000" cy="250626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85" y="3912974"/>
            <a:ext cx="3600000" cy="253734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856" y="3928216"/>
            <a:ext cx="3600000" cy="252210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757" y="3805882"/>
            <a:ext cx="3600000" cy="254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77" y="230660"/>
            <a:ext cx="3600000" cy="250614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876" y="230660"/>
            <a:ext cx="3600000" cy="243818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052" y="271741"/>
            <a:ext cx="3600000" cy="253824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77" y="3896497"/>
            <a:ext cx="3600000" cy="25448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876" y="3896497"/>
            <a:ext cx="3600000" cy="251947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675" y="3852836"/>
            <a:ext cx="3600000" cy="256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81" y="288324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516" y="288324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2375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2026-03-04T07:00:26Z</dcterms:modified>
</cp:coreProperties>
</file>