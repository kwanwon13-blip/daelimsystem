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90" y="164758"/>
            <a:ext cx="3600000" cy="242412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74" y="104739"/>
            <a:ext cx="3600000" cy="24522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715" y="104739"/>
            <a:ext cx="3600000" cy="25373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99" y="3426777"/>
            <a:ext cx="3600000" cy="25382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364" y="3483618"/>
            <a:ext cx="3600000" cy="24245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229" y="3426777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69" y="164758"/>
            <a:ext cx="3600000" cy="254612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737" y="164758"/>
            <a:ext cx="3600000" cy="254740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05" y="280088"/>
            <a:ext cx="3600000" cy="25221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95" y="3723504"/>
            <a:ext cx="3600000" cy="24172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847" y="2965622"/>
            <a:ext cx="2738889" cy="360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497" y="3723504"/>
            <a:ext cx="3600000" cy="254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051" y="258175"/>
            <a:ext cx="3600000" cy="25459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8" y="258175"/>
            <a:ext cx="3600000" cy="24066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51" y="3978877"/>
            <a:ext cx="3600000" cy="25454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097" y="258175"/>
            <a:ext cx="3600000" cy="23962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097" y="4012870"/>
            <a:ext cx="3600000" cy="251142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84" y="3996036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95" y="189471"/>
            <a:ext cx="3600000" cy="242268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10" y="210862"/>
            <a:ext cx="3600000" cy="25239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691" y="189471"/>
            <a:ext cx="3600000" cy="25453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95" y="3732482"/>
            <a:ext cx="3600000" cy="246496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763" y="3860457"/>
            <a:ext cx="3600000" cy="250763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31" y="3929449"/>
            <a:ext cx="3600000" cy="254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15" y="115659"/>
            <a:ext cx="3600000" cy="252233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947" y="125778"/>
            <a:ext cx="3600000" cy="254591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579" y="125778"/>
            <a:ext cx="3600000" cy="25459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15" y="3548943"/>
            <a:ext cx="3600000" cy="254585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509" y="3755384"/>
            <a:ext cx="3600000" cy="245415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752" y="3825060"/>
            <a:ext cx="3600000" cy="255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3" y="209489"/>
            <a:ext cx="3600000" cy="25433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560" y="209489"/>
            <a:ext cx="3600000" cy="253939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660" y="209489"/>
            <a:ext cx="3600000" cy="25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2026-03-06T06:00:51Z</dcterms:modified>
</cp:coreProperties>
</file>