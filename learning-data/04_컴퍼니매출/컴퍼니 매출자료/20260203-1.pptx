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0" y="263611"/>
            <a:ext cx="3600000" cy="24448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805" y="263611"/>
            <a:ext cx="3600000" cy="24270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34" y="146251"/>
            <a:ext cx="3600000" cy="25443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93" y="3715265"/>
            <a:ext cx="3600000" cy="248080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102" y="3657600"/>
            <a:ext cx="3600000" cy="244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2026-02-02T05:52:48Z</dcterms:created>
  <dcterms:modified xsi:type="dcterms:W3CDTF">2026-02-03T05:46:59Z</dcterms:modified>
</cp:coreProperties>
</file>