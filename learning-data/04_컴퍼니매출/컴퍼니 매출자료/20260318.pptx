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36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7" Type="http://schemas.openxmlformats.org/officeDocument/2006/relationships/image" Target="../media/image42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jpeg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45" y="172996"/>
            <a:ext cx="3600000" cy="252376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531" y="172996"/>
            <a:ext cx="3600000" cy="241684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917" y="93226"/>
            <a:ext cx="3600000" cy="268330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45" y="3616082"/>
            <a:ext cx="3600000" cy="25214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917" y="3720498"/>
            <a:ext cx="3600000" cy="241707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531" y="3720498"/>
            <a:ext cx="3600000" cy="241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51" y="0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722" y="74269"/>
            <a:ext cx="3600000" cy="253762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118" y="74269"/>
            <a:ext cx="3600000" cy="25443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" y="3862640"/>
            <a:ext cx="3600000" cy="241796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4289" y="3866557"/>
            <a:ext cx="3600000" cy="2545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118" y="3862640"/>
            <a:ext cx="3600000" cy="255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" y="118790"/>
            <a:ext cx="3600000" cy="254734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708" y="222422"/>
            <a:ext cx="3600000" cy="250550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725" y="222422"/>
            <a:ext cx="3600000" cy="2520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9" y="3362850"/>
            <a:ext cx="4474464" cy="316382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950" y="3780266"/>
            <a:ext cx="3600000" cy="254347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3950" y="3794759"/>
            <a:ext cx="3600000" cy="254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82" y="296562"/>
            <a:ext cx="3600000" cy="254376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986" y="197214"/>
            <a:ext cx="3600000" cy="254569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158" y="296562"/>
            <a:ext cx="3600000" cy="25452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158" y="4135395"/>
            <a:ext cx="3600000" cy="242377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045" y="4143372"/>
            <a:ext cx="3600000" cy="240782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4066925"/>
            <a:ext cx="3600000" cy="256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13" y="123567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729" y="123886"/>
            <a:ext cx="3600000" cy="254476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829" y="123567"/>
            <a:ext cx="3600000" cy="25450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61" y="3616667"/>
            <a:ext cx="3600000" cy="25301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6569" y="3566984"/>
            <a:ext cx="3600000" cy="257978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177" y="3613355"/>
            <a:ext cx="3600000" cy="253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30" y="0"/>
            <a:ext cx="3600000" cy="25450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683" y="74141"/>
            <a:ext cx="3600000" cy="254547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171" y="222422"/>
            <a:ext cx="3600000" cy="254547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30" y="3690552"/>
            <a:ext cx="3600000" cy="2545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564" y="3682978"/>
            <a:ext cx="3600000" cy="254834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430" y="3694660"/>
            <a:ext cx="3600000" cy="254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34" y="127851"/>
            <a:ext cx="3600000" cy="24055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110" y="127851"/>
            <a:ext cx="3600000" cy="251329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731" y="127851"/>
            <a:ext cx="3600000" cy="252727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54" y="3641124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505" y="3708376"/>
            <a:ext cx="3600000" cy="255929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110" y="3714500"/>
            <a:ext cx="3600000" cy="239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12" y="387178"/>
            <a:ext cx="3600000" cy="241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2397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36</cp:revision>
  <dcterms:created xsi:type="dcterms:W3CDTF">2021-01-04T03:15:44Z</dcterms:created>
  <dcterms:modified xsi:type="dcterms:W3CDTF">2026-03-18T00:14:28Z</dcterms:modified>
</cp:coreProperties>
</file>