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107" y="191365"/>
            <a:ext cx="3600000" cy="250483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475" y="191365"/>
            <a:ext cx="3600000" cy="255875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8537" y="205034"/>
            <a:ext cx="3600000" cy="254508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107" y="3692530"/>
            <a:ext cx="3600000" cy="253392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060" y="3692530"/>
            <a:ext cx="3600000" cy="252251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293" y="3798792"/>
            <a:ext cx="3600000" cy="2416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971" y="280087"/>
            <a:ext cx="3600000" cy="254510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1997" y="280087"/>
            <a:ext cx="3600000" cy="254508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000" y="981590"/>
            <a:ext cx="3600000" cy="89565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89" y="3558746"/>
            <a:ext cx="3600000" cy="254508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619" y="3558746"/>
            <a:ext cx="3600000" cy="254508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7349" y="3681934"/>
            <a:ext cx="3600000" cy="246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40" y="189471"/>
            <a:ext cx="3600000" cy="250731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9701" y="170413"/>
            <a:ext cx="3600000" cy="254543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9962" y="189471"/>
            <a:ext cx="3600000" cy="257989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82" y="3731741"/>
            <a:ext cx="3600000" cy="246437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9701" y="3608174"/>
            <a:ext cx="3600000" cy="252405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6029" y="3608174"/>
            <a:ext cx="3600000" cy="253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30" y="197709"/>
            <a:ext cx="3600000" cy="252405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5954" y="197709"/>
            <a:ext cx="3600000" cy="25250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9039" y="214445"/>
            <a:ext cx="3600000" cy="250731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219" y="3797644"/>
            <a:ext cx="3600000" cy="254508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287" y="3921210"/>
            <a:ext cx="3600000" cy="254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4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2026-02-25T05:30:49Z</dcterms:created>
  <dcterms:modified xsi:type="dcterms:W3CDTF">2026-02-25T05:35:38Z</dcterms:modified>
</cp:coreProperties>
</file>