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0" y="156518"/>
            <a:ext cx="3600000" cy="253045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562" y="156518"/>
            <a:ext cx="3600000" cy="241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2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2026-01-25T23:33:30Z</dcterms:created>
  <dcterms:modified xsi:type="dcterms:W3CDTF">2026-01-25T23:35:51Z</dcterms:modified>
</cp:coreProperties>
</file>