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2026-01-12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170" y="148282"/>
            <a:ext cx="3600000" cy="254508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4093" y="201722"/>
            <a:ext cx="3600000" cy="251204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932" y="253832"/>
            <a:ext cx="3600000" cy="240782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170" y="3665839"/>
            <a:ext cx="3600000" cy="2535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25</TotalTime>
  <Words>0</Words>
  <Application>Microsoft Office PowerPoint</Application>
  <PresentationFormat>와이드스크린</PresentationFormat>
  <Paragraphs>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</cp:revision>
  <dcterms:created xsi:type="dcterms:W3CDTF">2026-01-12T01:12:34Z</dcterms:created>
  <dcterms:modified xsi:type="dcterms:W3CDTF">2026-01-12T01:38:24Z</dcterms:modified>
</cp:coreProperties>
</file>