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588" y="238898"/>
            <a:ext cx="3600000" cy="2458763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7997" y="290269"/>
            <a:ext cx="3600000" cy="255381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1799" y="355269"/>
            <a:ext cx="3600000" cy="2423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2376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35</cp:revision>
  <dcterms:created xsi:type="dcterms:W3CDTF">2021-01-04T03:15:44Z</dcterms:created>
  <dcterms:modified xsi:type="dcterms:W3CDTF">2026-03-24T00:06:52Z</dcterms:modified>
</cp:coreProperties>
</file>