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31" y="0"/>
            <a:ext cx="3600000" cy="253636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392" y="28619"/>
            <a:ext cx="3600000" cy="250774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253" y="118820"/>
            <a:ext cx="3600000" cy="241754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74" y="3690552"/>
            <a:ext cx="3600000" cy="242380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241" y="3695571"/>
            <a:ext cx="3600000" cy="241879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108" y="3696091"/>
            <a:ext cx="3600000" cy="241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16" y="189213"/>
            <a:ext cx="3600000" cy="252775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466" y="217158"/>
            <a:ext cx="3600000" cy="253255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970" y="217158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62" y="3509319"/>
            <a:ext cx="3600000" cy="255174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460" y="3414997"/>
            <a:ext cx="3600000" cy="255118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406" y="3637777"/>
            <a:ext cx="3600000" cy="242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6" y="286513"/>
            <a:ext cx="3600000" cy="254567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454" y="286513"/>
            <a:ext cx="3600000" cy="242328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811" y="286513"/>
            <a:ext cx="3600000" cy="242449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07" y="3657600"/>
            <a:ext cx="3600000" cy="254371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811" y="3687569"/>
            <a:ext cx="3600000" cy="248377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793" y="3717538"/>
            <a:ext cx="3600000" cy="248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68" y="181232"/>
            <a:ext cx="3600000" cy="242328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445" y="181232"/>
            <a:ext cx="3600000" cy="249912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332" y="130353"/>
            <a:ext cx="3600000" cy="2550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68" y="3665838"/>
            <a:ext cx="3600000" cy="253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2026-03-12T00:53:02Z</dcterms:modified>
</cp:coreProperties>
</file>