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19" y="185516"/>
            <a:ext cx="3600000" cy="24055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0739" y="38635"/>
            <a:ext cx="3600000" cy="255238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1782" y="117540"/>
            <a:ext cx="3600000" cy="254145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35" y="3385751"/>
            <a:ext cx="3600000" cy="25450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6491" y="3480651"/>
            <a:ext cx="3600000" cy="254427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1782" y="3480651"/>
            <a:ext cx="3600000" cy="242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62" y="107092"/>
            <a:ext cx="3600000" cy="25450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179" y="107092"/>
            <a:ext cx="3600000" cy="254560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2684" y="107092"/>
            <a:ext cx="3600000" cy="254491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79" y="3753571"/>
            <a:ext cx="3600000" cy="255278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597" y="3753571"/>
            <a:ext cx="3600000" cy="241373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446" y="3688091"/>
            <a:ext cx="3600000" cy="254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08" y="93830"/>
            <a:ext cx="3600000" cy="251947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578" y="262129"/>
            <a:ext cx="3600000" cy="235117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932" y="198634"/>
            <a:ext cx="3600000" cy="230986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08" y="3468129"/>
            <a:ext cx="3600000" cy="254780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521" y="3632887"/>
            <a:ext cx="3600000" cy="25450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7334" y="3640465"/>
            <a:ext cx="3600000" cy="253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678" y="223081"/>
            <a:ext cx="3600000" cy="242406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045" y="223081"/>
            <a:ext cx="3600000" cy="254627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741" y="387097"/>
            <a:ext cx="3600000" cy="254501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678" y="3690551"/>
            <a:ext cx="3600000" cy="25450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0262" y="3703624"/>
            <a:ext cx="3600000" cy="253201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741" y="3703624"/>
            <a:ext cx="3600000" cy="257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71" y="177690"/>
            <a:ext cx="3600000" cy="260926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6695" y="280148"/>
            <a:ext cx="3600000" cy="250680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04" y="270517"/>
            <a:ext cx="3600000" cy="242361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71" y="4079470"/>
            <a:ext cx="3600000" cy="166883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451" y="3756455"/>
            <a:ext cx="3600000" cy="243618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6534" y="3691566"/>
            <a:ext cx="3600000" cy="256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65" y="173123"/>
            <a:ext cx="3600000" cy="253762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565" y="150700"/>
            <a:ext cx="3600000" cy="256005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765" y="173123"/>
            <a:ext cx="3600000" cy="247684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902" y="3730175"/>
            <a:ext cx="3600000" cy="254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2381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2026-04-13T01:34:50Z</dcterms:modified>
</cp:coreProperties>
</file>