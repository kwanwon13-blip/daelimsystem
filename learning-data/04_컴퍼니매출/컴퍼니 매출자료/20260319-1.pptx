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47" y="214184"/>
            <a:ext cx="3600000" cy="254194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169" y="214184"/>
            <a:ext cx="3600000" cy="254534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262" y="214184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47" y="3830596"/>
            <a:ext cx="3600000" cy="245876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737" y="3801635"/>
            <a:ext cx="3600000" cy="251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2026-03-19T08:05:56Z</dcterms:created>
  <dcterms:modified xsi:type="dcterms:W3CDTF">2026-03-19T08:12:56Z</dcterms:modified>
</cp:coreProperties>
</file>