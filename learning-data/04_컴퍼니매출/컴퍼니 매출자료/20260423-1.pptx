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7" y="186266"/>
            <a:ext cx="3600000" cy="25441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591" y="176360"/>
            <a:ext cx="3600000" cy="25639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455" y="176360"/>
            <a:ext cx="3600000" cy="254604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3" y="3784601"/>
            <a:ext cx="3600000" cy="242457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103" y="3937001"/>
            <a:ext cx="3600000" cy="24245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770" y="4080934"/>
            <a:ext cx="3600000" cy="24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" y="262468"/>
            <a:ext cx="3600000" cy="245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2026-04-23T06:02:25Z</dcterms:created>
  <dcterms:modified xsi:type="dcterms:W3CDTF">2026-04-23T06:19:00Z</dcterms:modified>
</cp:coreProperties>
</file>