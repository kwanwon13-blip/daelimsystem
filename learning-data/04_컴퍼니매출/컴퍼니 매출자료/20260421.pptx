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0649"/>
            <a:ext cx="3600000" cy="32690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25" y="172517"/>
            <a:ext cx="3600000" cy="24864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050" y="194057"/>
            <a:ext cx="3600000" cy="24433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47" y="3746669"/>
            <a:ext cx="3600000" cy="2545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16" y="3746581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3685" y="3746581"/>
            <a:ext cx="3600000" cy="254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2" y="143404"/>
            <a:ext cx="3600000" cy="256056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741" y="167372"/>
            <a:ext cx="3600000" cy="253659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990" y="143404"/>
            <a:ext cx="3600000" cy="25470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2" y="3581401"/>
            <a:ext cx="3600000" cy="24060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232" y="3467608"/>
            <a:ext cx="3600000" cy="2405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686" y="3213414"/>
            <a:ext cx="4120896" cy="291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10" y="201168"/>
            <a:ext cx="3600000" cy="242404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726" y="141564"/>
            <a:ext cx="3600000" cy="240292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232" y="140646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23" y="3707047"/>
            <a:ext cx="3600000" cy="25260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766" y="3658430"/>
            <a:ext cx="3600000" cy="254612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71" y="3479270"/>
            <a:ext cx="3600000" cy="25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21" y="186268"/>
            <a:ext cx="3600000" cy="24361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253" y="204481"/>
            <a:ext cx="3600000" cy="241796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84" y="3759201"/>
            <a:ext cx="3600000" cy="245704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670" y="186268"/>
            <a:ext cx="3600000" cy="25282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624" y="3714854"/>
            <a:ext cx="3600000" cy="254573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334" y="3796149"/>
            <a:ext cx="3600000" cy="246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75" y="118534"/>
            <a:ext cx="3600000" cy="24564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140" y="118533"/>
            <a:ext cx="3600000" cy="245647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982" y="134755"/>
            <a:ext cx="3600000" cy="24240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75" y="3479801"/>
            <a:ext cx="3600000" cy="24353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672" y="3433654"/>
            <a:ext cx="3600000" cy="25276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774" y="3433654"/>
            <a:ext cx="3600000" cy="241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6" y="169335"/>
            <a:ext cx="3600000" cy="254071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506" y="211728"/>
            <a:ext cx="3600000" cy="24559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636" y="164140"/>
            <a:ext cx="3600000" cy="25459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3493009"/>
            <a:ext cx="3600000" cy="254634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506" y="3493009"/>
            <a:ext cx="3600000" cy="253914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6599" y="3486809"/>
            <a:ext cx="3600000" cy="254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36</cp:revision>
  <dcterms:created xsi:type="dcterms:W3CDTF">2021-01-04T03:15:44Z</dcterms:created>
  <dcterms:modified xsi:type="dcterms:W3CDTF">2026-04-21T00:59:56Z</dcterms:modified>
</cp:coreProperties>
</file>