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7" y="80567"/>
            <a:ext cx="3600000" cy="254567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560" y="162075"/>
            <a:ext cx="3600000" cy="24641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984" y="80567"/>
            <a:ext cx="3600000" cy="280799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80" y="3671887"/>
            <a:ext cx="3600000" cy="254759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338" y="3674393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144" y="3781169"/>
            <a:ext cx="3600000" cy="251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9" y="205947"/>
            <a:ext cx="3600000" cy="254612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845" y="205947"/>
            <a:ext cx="3600000" cy="25461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557" y="237245"/>
            <a:ext cx="3600000" cy="248353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9" y="3749535"/>
            <a:ext cx="3600000" cy="255389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845" y="3836280"/>
            <a:ext cx="3600000" cy="254421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009" y="3749535"/>
            <a:ext cx="3600000" cy="254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96" y="103550"/>
            <a:ext cx="3600000" cy="254325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133" y="213957"/>
            <a:ext cx="3600000" cy="24328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07" y="103550"/>
            <a:ext cx="3600000" cy="25465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33" y="3834219"/>
            <a:ext cx="3600000" cy="253402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11" y="3834219"/>
            <a:ext cx="3600000" cy="255652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962" y="3846741"/>
            <a:ext cx="3600000" cy="25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7" y="167971"/>
            <a:ext cx="3600000" cy="248644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904" y="167971"/>
            <a:ext cx="3600000" cy="253401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251" y="167971"/>
            <a:ext cx="3600000" cy="254532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921" y="4076330"/>
            <a:ext cx="3600000" cy="242426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72" y="3978877"/>
            <a:ext cx="3600000" cy="242484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373" y="4029224"/>
            <a:ext cx="3600000" cy="251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75" y="107093"/>
            <a:ext cx="3600000" cy="25276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444" y="178184"/>
            <a:ext cx="3600000" cy="25448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298" y="3917389"/>
            <a:ext cx="3600000" cy="25448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113" y="178184"/>
            <a:ext cx="3600000" cy="25463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99" y="3915927"/>
            <a:ext cx="3600000" cy="254634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760" y="3934983"/>
            <a:ext cx="3600000" cy="252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30" y="148281"/>
            <a:ext cx="3600000" cy="251223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193" y="148281"/>
            <a:ext cx="3600000" cy="26070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364" y="209288"/>
            <a:ext cx="3600000" cy="25460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14" y="3865854"/>
            <a:ext cx="3600000" cy="24175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193" y="3721453"/>
            <a:ext cx="3600000" cy="256194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187" y="3865854"/>
            <a:ext cx="3600000" cy="251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92" y="140045"/>
            <a:ext cx="3600000" cy="246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2025-12-31T04:33:31Z</dcterms:created>
  <dcterms:modified xsi:type="dcterms:W3CDTF">2025-12-31T04:41:58Z</dcterms:modified>
</cp:coreProperties>
</file>