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38" y="197708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858" y="197708"/>
            <a:ext cx="3600000" cy="256414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539" y="178656"/>
            <a:ext cx="3600000" cy="256414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38" y="3781167"/>
            <a:ext cx="3600000" cy="256414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875" y="3781167"/>
            <a:ext cx="3600000" cy="253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2026-01-29T00:10:14Z</dcterms:created>
  <dcterms:modified xsi:type="dcterms:W3CDTF">2026-01-29T00:14:17Z</dcterms:modified>
</cp:coreProperties>
</file>