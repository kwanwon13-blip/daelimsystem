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97" y="131806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952" y="139581"/>
            <a:ext cx="3600000" cy="252953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085" y="153548"/>
            <a:ext cx="3600000" cy="25233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94" y="3805882"/>
            <a:ext cx="3600000" cy="25386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416" y="3904735"/>
            <a:ext cx="3600000" cy="254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2026-03-06T05:54:27Z</dcterms:created>
  <dcterms:modified xsi:type="dcterms:W3CDTF">2026-03-06T06:01:00Z</dcterms:modified>
</cp:coreProperties>
</file>