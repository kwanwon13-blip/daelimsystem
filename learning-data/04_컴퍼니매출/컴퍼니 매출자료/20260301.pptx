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7" Type="http://schemas.openxmlformats.org/officeDocument/2006/relationships/image" Target="../media/image24.jpe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7" Type="http://schemas.openxmlformats.org/officeDocument/2006/relationships/image" Target="../media/image30.jp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7" Type="http://schemas.openxmlformats.org/officeDocument/2006/relationships/image" Target="../media/image36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g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974" y="94735"/>
            <a:ext cx="3600000" cy="255267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470" y="94735"/>
            <a:ext cx="3600000" cy="255753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7036" y="94735"/>
            <a:ext cx="3600000" cy="254585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470" y="3680502"/>
            <a:ext cx="3600000" cy="254597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184" y="3680502"/>
            <a:ext cx="3600000" cy="254680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7036" y="3680502"/>
            <a:ext cx="3600000" cy="247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034" y="121921"/>
            <a:ext cx="3600000" cy="254375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4295" y="134293"/>
            <a:ext cx="3600000" cy="253138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9556" y="197708"/>
            <a:ext cx="3600000" cy="253296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034" y="3962400"/>
            <a:ext cx="3600000" cy="242484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4295" y="3962400"/>
            <a:ext cx="3600000" cy="254569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9556" y="3981071"/>
            <a:ext cx="3600000" cy="240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10" y="368480"/>
            <a:ext cx="3600000" cy="241691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6492" y="370703"/>
            <a:ext cx="3600000" cy="241714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0011" y="238898"/>
            <a:ext cx="3600000" cy="241747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0011" y="3755511"/>
            <a:ext cx="3600000" cy="241738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46" y="3755548"/>
            <a:ext cx="3600000" cy="241796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8488" y="3755511"/>
            <a:ext cx="3600000" cy="241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406" y="157419"/>
            <a:ext cx="3600000" cy="254042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2533" y="157419"/>
            <a:ext cx="3600000" cy="254077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1928" y="215548"/>
            <a:ext cx="3600000" cy="242416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406" y="3492844"/>
            <a:ext cx="3600000" cy="254651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6814" y="3492844"/>
            <a:ext cx="3600000" cy="260795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7222" y="3529610"/>
            <a:ext cx="3600000" cy="2571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81" y="222093"/>
            <a:ext cx="3600000" cy="242473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1907" y="233462"/>
            <a:ext cx="3600000" cy="241336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4792" y="3632887"/>
            <a:ext cx="3600000" cy="251931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000" y="140383"/>
            <a:ext cx="3600000" cy="250644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732" y="3632887"/>
            <a:ext cx="3600000" cy="2529813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7888" y="3680203"/>
            <a:ext cx="3600000" cy="2424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78" y="181360"/>
            <a:ext cx="3600000" cy="253762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1046" y="186657"/>
            <a:ext cx="3600000" cy="253233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9641" y="362464"/>
            <a:ext cx="3600000" cy="254508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707" y="3904736"/>
            <a:ext cx="3600000" cy="246454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0397" y="3904736"/>
            <a:ext cx="3600000" cy="255789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087" y="3904736"/>
            <a:ext cx="3600000" cy="2450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78" y="0"/>
            <a:ext cx="3600000" cy="255267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1294" y="7586"/>
            <a:ext cx="3600000" cy="254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2378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35</cp:revision>
  <dcterms:created xsi:type="dcterms:W3CDTF">2021-01-04T03:15:44Z</dcterms:created>
  <dcterms:modified xsi:type="dcterms:W3CDTF">2026-02-27T07:22:13Z</dcterms:modified>
</cp:coreProperties>
</file>