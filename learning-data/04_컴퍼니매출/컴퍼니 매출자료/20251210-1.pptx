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3" y="0"/>
            <a:ext cx="3600000" cy="252336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229" y="105803"/>
            <a:ext cx="3600000" cy="241756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855" y="105803"/>
            <a:ext cx="3600000" cy="254511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3" y="3739979"/>
            <a:ext cx="3600000" cy="254527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229" y="3739979"/>
            <a:ext cx="3600000" cy="25662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855" y="3761004"/>
            <a:ext cx="3600000" cy="254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2025-12-10T00:42:57Z</dcterms:created>
  <dcterms:modified xsi:type="dcterms:W3CDTF">2025-12-10T00:46:30Z</dcterms:modified>
</cp:coreProperties>
</file>