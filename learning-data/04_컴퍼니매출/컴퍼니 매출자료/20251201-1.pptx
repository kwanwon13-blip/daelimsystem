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123569"/>
            <a:ext cx="3600000" cy="250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2025-12-01T00:17:32Z</dcterms:created>
  <dcterms:modified xsi:type="dcterms:W3CDTF">2025-12-01T00:21:34Z</dcterms:modified>
</cp:coreProperties>
</file>