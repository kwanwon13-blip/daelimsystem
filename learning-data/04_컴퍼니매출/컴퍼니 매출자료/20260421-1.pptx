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83" y="203200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662" y="203200"/>
            <a:ext cx="3600000" cy="247921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523" y="151098"/>
            <a:ext cx="3600000" cy="25313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06" y="3770716"/>
            <a:ext cx="3600000" cy="25456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662" y="3770716"/>
            <a:ext cx="3600000" cy="254604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251" y="3770716"/>
            <a:ext cx="3600000" cy="24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37" y="186268"/>
            <a:ext cx="3600000" cy="24240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870" y="186268"/>
            <a:ext cx="3600000" cy="254604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748" y="186268"/>
            <a:ext cx="3600000" cy="256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2026-04-21T00:45:22Z</dcterms:created>
  <dcterms:modified xsi:type="dcterms:W3CDTF">2026-04-21T01:00:06Z</dcterms:modified>
</cp:coreProperties>
</file>