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3" r:id="rId2"/>
    <p:sldId id="264" r:id="rId3"/>
    <p:sldId id="265" r:id="rId4"/>
    <p:sldId id="266" r:id="rId5"/>
    <p:sldId id="267" r:id="rId6"/>
    <p:sldId id="268" r:id="rId7"/>
    <p:sldId id="269" r:id="rId8"/>
    <p:sldId id="270" r:id="rId9"/>
    <p:sldId id="271" r:id="rId10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16" d="100"/>
          <a:sy n="116" d="100"/>
        </p:scale>
        <p:origin x="336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8377A2-927D-4589-BC5B-B6F998C47722}" type="datetimeFigureOut">
              <a:rPr lang="ko-KR" altLang="en-US" smtClean="0"/>
              <a:t>2026-01-30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5B4A04-4EEF-49F4-8647-85EA462DC8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3028755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8377A2-927D-4589-BC5B-B6F998C47722}" type="datetimeFigureOut">
              <a:rPr lang="ko-KR" altLang="en-US" smtClean="0"/>
              <a:t>2026-01-30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5B4A04-4EEF-49F4-8647-85EA462DC8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3698230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8377A2-927D-4589-BC5B-B6F998C47722}" type="datetimeFigureOut">
              <a:rPr lang="ko-KR" altLang="en-US" smtClean="0"/>
              <a:t>2026-01-30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5B4A04-4EEF-49F4-8647-85EA462DC8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9850891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8377A2-927D-4589-BC5B-B6F998C47722}" type="datetimeFigureOut">
              <a:rPr lang="ko-KR" altLang="en-US" smtClean="0"/>
              <a:t>2026-01-30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5B4A04-4EEF-49F4-8647-85EA462DC8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1118369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8377A2-927D-4589-BC5B-B6F998C47722}" type="datetimeFigureOut">
              <a:rPr lang="ko-KR" altLang="en-US" smtClean="0"/>
              <a:t>2026-01-30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5B4A04-4EEF-49F4-8647-85EA462DC8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3149030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8377A2-927D-4589-BC5B-B6F998C47722}" type="datetimeFigureOut">
              <a:rPr lang="ko-KR" altLang="en-US" smtClean="0"/>
              <a:t>2026-01-30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5B4A04-4EEF-49F4-8647-85EA462DC8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5255502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8377A2-927D-4589-BC5B-B6F998C47722}" type="datetimeFigureOut">
              <a:rPr lang="ko-KR" altLang="en-US" smtClean="0"/>
              <a:t>2026-01-30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5B4A04-4EEF-49F4-8647-85EA462DC8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9515015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8377A2-927D-4589-BC5B-B6F998C47722}" type="datetimeFigureOut">
              <a:rPr lang="ko-KR" altLang="en-US" smtClean="0"/>
              <a:t>2026-01-30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5B4A04-4EEF-49F4-8647-85EA462DC8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658852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ko-KR" altLang="en-US" smtClean="0"/>
              <a:t>그림을 추가하려면 아이콘을 클릭하십시오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8377A2-927D-4589-BC5B-B6F998C47722}" type="datetimeFigureOut">
              <a:rPr lang="ko-KR" altLang="en-US" smtClean="0"/>
              <a:t>2026-01-30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5B4A04-4EEF-49F4-8647-85EA462DC8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6558967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8377A2-927D-4589-BC5B-B6F998C47722}" type="datetimeFigureOut">
              <a:rPr lang="ko-KR" altLang="en-US" smtClean="0"/>
              <a:t>2026-01-30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5B4A04-4EEF-49F4-8647-85EA462DC8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6431482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8377A2-927D-4589-BC5B-B6F998C47722}" type="datetimeFigureOut">
              <a:rPr lang="ko-KR" altLang="en-US" smtClean="0"/>
              <a:t>2026-01-30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5B4A04-4EEF-49F4-8647-85EA462DC8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467669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78377A2-927D-4589-BC5B-B6F998C47722}" type="datetimeFigureOut">
              <a:rPr lang="ko-KR" altLang="en-US" smtClean="0"/>
              <a:t>2026-01-30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E5B4A04-4EEF-49F4-8647-85EA462DC8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102951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jpeg"/><Relationship Id="rId4" Type="http://schemas.openxmlformats.org/officeDocument/2006/relationships/image" Target="../media/image3.jpe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3651" y="280087"/>
            <a:ext cx="3600000" cy="2545088"/>
          </a:xfrm>
          <a:prstGeom prst="rect">
            <a:avLst/>
          </a:prstGeom>
        </p:spPr>
      </p:pic>
      <p:pic>
        <p:nvPicPr>
          <p:cNvPr id="3" name="그림 2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36052" y="280087"/>
            <a:ext cx="3600000" cy="2545088"/>
          </a:xfrm>
          <a:prstGeom prst="rect">
            <a:avLst/>
          </a:prstGeom>
        </p:spPr>
      </p:pic>
      <p:pic>
        <p:nvPicPr>
          <p:cNvPr id="4" name="그림 3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98453" y="347775"/>
            <a:ext cx="3600000" cy="2409711"/>
          </a:xfrm>
          <a:prstGeom prst="rect">
            <a:avLst/>
          </a:prstGeom>
        </p:spPr>
      </p:pic>
      <p:pic>
        <p:nvPicPr>
          <p:cNvPr id="5" name="그림 4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6052" y="3855309"/>
            <a:ext cx="3600000" cy="26834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345002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4726108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5751008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8981143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1083856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2041401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1722925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8866782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8893105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작업내용</Template>
  <TotalTime>1</TotalTime>
  <Words>0</Words>
  <Application>Microsoft Office PowerPoint</Application>
  <PresentationFormat>와이드스크린</PresentationFormat>
  <Paragraphs>0</Paragraphs>
  <Slides>9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9</vt:i4>
      </vt:variant>
    </vt:vector>
  </HeadingPairs>
  <TitlesOfParts>
    <vt:vector size="12" baseType="lpstr"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DSMPC</dc:creator>
  <cp:lastModifiedBy>DSMPC</cp:lastModifiedBy>
  <cp:revision>1</cp:revision>
  <dcterms:created xsi:type="dcterms:W3CDTF">2026-01-30T05:21:44Z</dcterms:created>
  <dcterms:modified xsi:type="dcterms:W3CDTF">2026-01-30T05:22:57Z</dcterms:modified>
</cp:coreProperties>
</file>