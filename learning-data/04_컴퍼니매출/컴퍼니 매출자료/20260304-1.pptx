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66" y="164757"/>
            <a:ext cx="3600000" cy="253067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692" y="164757"/>
            <a:ext cx="3600000" cy="253187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231" y="164757"/>
            <a:ext cx="3600000" cy="25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2026-03-04T06:55:01Z</dcterms:created>
  <dcterms:modified xsi:type="dcterms:W3CDTF">2026-03-04T07:00:36Z</dcterms:modified>
</cp:coreProperties>
</file>