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0" y="189472"/>
            <a:ext cx="3600000" cy="24655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427" y="189472"/>
            <a:ext cx="3600000" cy="252655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14" y="189472"/>
            <a:ext cx="3600000" cy="253623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32" y="3657600"/>
            <a:ext cx="3600000" cy="251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8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2026-04-08T05:06:26Z</dcterms:created>
  <dcterms:modified xsi:type="dcterms:W3CDTF">2026-04-08T05:14:56Z</dcterms:modified>
</cp:coreProperties>
</file>