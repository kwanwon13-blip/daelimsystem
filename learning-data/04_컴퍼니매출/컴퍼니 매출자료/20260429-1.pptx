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199475"/>
            <a:ext cx="3600000" cy="252233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789" y="199322"/>
            <a:ext cx="3600000" cy="252249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098" y="190670"/>
            <a:ext cx="3600000" cy="253114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49" y="3564467"/>
            <a:ext cx="3600000" cy="255061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975" y="3666066"/>
            <a:ext cx="3600000" cy="254571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282" y="3758203"/>
            <a:ext cx="3600000" cy="245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26" y="160868"/>
            <a:ext cx="3600000" cy="261297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425" y="160868"/>
            <a:ext cx="3600000" cy="284229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724" y="294437"/>
            <a:ext cx="3600000" cy="257515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44" y="3750734"/>
            <a:ext cx="3600000" cy="240315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330" y="3818468"/>
            <a:ext cx="3600000" cy="245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13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2</cp:revision>
  <dcterms:created xsi:type="dcterms:W3CDTF">2026-04-29T01:19:25Z</dcterms:created>
  <dcterms:modified xsi:type="dcterms:W3CDTF">2026-04-29T01:33:04Z</dcterms:modified>
</cp:coreProperties>
</file>