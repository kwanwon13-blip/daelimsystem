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08" y="148281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132" y="241771"/>
            <a:ext cx="3600000" cy="240608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2353" y="148281"/>
            <a:ext cx="3600000" cy="240629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28" y="3739979"/>
            <a:ext cx="3600000" cy="254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8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2026-02-27T07:13:57Z</dcterms:created>
  <dcterms:modified xsi:type="dcterms:W3CDTF">2026-02-27T07:22:21Z</dcterms:modified>
</cp:coreProperties>
</file>