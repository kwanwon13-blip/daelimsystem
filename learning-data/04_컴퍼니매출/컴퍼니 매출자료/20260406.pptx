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g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23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80" y="0"/>
            <a:ext cx="3600000" cy="253568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548" y="53133"/>
            <a:ext cx="3600000" cy="242942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005" y="117428"/>
            <a:ext cx="3600000" cy="241826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56" y="3549606"/>
            <a:ext cx="3600000" cy="24483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005" y="3624648"/>
            <a:ext cx="3600000" cy="247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9369"/>
            <a:ext cx="3600000" cy="254471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001" y="341036"/>
            <a:ext cx="3600000" cy="244473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206" y="172995"/>
            <a:ext cx="3600000" cy="26127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94" y="3601171"/>
            <a:ext cx="3730752" cy="262128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106" y="3601171"/>
            <a:ext cx="3600000" cy="241643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633" y="3635643"/>
            <a:ext cx="3600000" cy="255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6" y="187741"/>
            <a:ext cx="3600000" cy="254436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011" y="838126"/>
            <a:ext cx="3600000" cy="108247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186" y="187741"/>
            <a:ext cx="3600000" cy="253568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6" y="3586095"/>
            <a:ext cx="3600000" cy="254376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220" y="3593674"/>
            <a:ext cx="3600000" cy="253618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463" y="3593674"/>
            <a:ext cx="3600000" cy="25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54" y="96960"/>
            <a:ext cx="3600000" cy="254535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353" y="107364"/>
            <a:ext cx="3600000" cy="253494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712" y="107364"/>
            <a:ext cx="3600000" cy="255751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54" y="3701620"/>
            <a:ext cx="3600000" cy="253469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353" y="3797644"/>
            <a:ext cx="3600000" cy="256371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712" y="4012157"/>
            <a:ext cx="3600000" cy="241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27" y="961478"/>
            <a:ext cx="7879270" cy="115564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497" y="265417"/>
            <a:ext cx="3600000" cy="254776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75" y="2199177"/>
            <a:ext cx="3600000" cy="465882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808" y="3521676"/>
            <a:ext cx="3600000" cy="247164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449" y="3545314"/>
            <a:ext cx="3600000" cy="242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59" y="169124"/>
            <a:ext cx="3600000" cy="254933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527" y="171432"/>
            <a:ext cx="3600000" cy="25470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15" y="3880022"/>
            <a:ext cx="3600000" cy="254543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995" y="173332"/>
            <a:ext cx="3600000" cy="25451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570" y="3880366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690" y="3880022"/>
            <a:ext cx="3600000" cy="24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17" y="288325"/>
            <a:ext cx="3600000" cy="241779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449" y="249645"/>
            <a:ext cx="3600000" cy="245647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672" y="249645"/>
            <a:ext cx="3600000" cy="240595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44" y="3551281"/>
            <a:ext cx="3600000" cy="242773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612" y="3551281"/>
            <a:ext cx="3600000" cy="247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36</cp:revision>
  <dcterms:created xsi:type="dcterms:W3CDTF">2021-01-04T03:15:44Z</dcterms:created>
  <dcterms:modified xsi:type="dcterms:W3CDTF">2026-04-06T07:14:11Z</dcterms:modified>
</cp:coreProperties>
</file>