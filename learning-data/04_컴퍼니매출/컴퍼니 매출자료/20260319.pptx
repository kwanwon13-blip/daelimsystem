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11" y="153883"/>
            <a:ext cx="3600000" cy="254470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679" y="216079"/>
            <a:ext cx="3600000" cy="25443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786" y="216079"/>
            <a:ext cx="3600000" cy="25450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28" y="3847071"/>
            <a:ext cx="3600000" cy="245741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437" y="3917802"/>
            <a:ext cx="3600000" cy="24086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526" y="3804918"/>
            <a:ext cx="3600000" cy="25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8" y="181234"/>
            <a:ext cx="3600000" cy="24167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560" y="181234"/>
            <a:ext cx="3600000" cy="25526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832" y="181234"/>
            <a:ext cx="3600000" cy="24167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8" y="3566984"/>
            <a:ext cx="3600000" cy="24232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310" y="3566984"/>
            <a:ext cx="3600000" cy="253361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927" y="3657600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3" y="203629"/>
            <a:ext cx="3600000" cy="255681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712" y="218828"/>
            <a:ext cx="3600000" cy="254161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034" y="203629"/>
            <a:ext cx="3600000" cy="25537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14" y="3733286"/>
            <a:ext cx="3600000" cy="25174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036" y="3733286"/>
            <a:ext cx="3600000" cy="254254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168" y="3742149"/>
            <a:ext cx="3600000" cy="252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72" y="142185"/>
            <a:ext cx="3600000" cy="25459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483" y="263612"/>
            <a:ext cx="3600000" cy="254651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12" y="263612"/>
            <a:ext cx="3600000" cy="245878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7" y="3690552"/>
            <a:ext cx="3600000" cy="25406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249" y="3749241"/>
            <a:ext cx="3600000" cy="242328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112" y="3813520"/>
            <a:ext cx="3600000" cy="24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37" y="123567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40" y="263155"/>
            <a:ext cx="3600000" cy="24055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217" y="187317"/>
            <a:ext cx="3600000" cy="24175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56" y="3491942"/>
            <a:ext cx="3600000" cy="25284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40" y="3682313"/>
            <a:ext cx="3600000" cy="241791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217" y="3618724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21" y="123569"/>
            <a:ext cx="3600000" cy="254066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22" y="123569"/>
            <a:ext cx="3600000" cy="252200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23" y="189470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2026-03-19T08:12:48Z</dcterms:modified>
</cp:coreProperties>
</file>