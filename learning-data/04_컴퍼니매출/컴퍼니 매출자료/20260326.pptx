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eg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56" y="0"/>
            <a:ext cx="3600000" cy="25442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751" y="125149"/>
            <a:ext cx="3600000" cy="24191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046" y="125149"/>
            <a:ext cx="3600000" cy="25452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56" y="3763127"/>
            <a:ext cx="3600000" cy="254411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483" y="3827112"/>
            <a:ext cx="3600000" cy="241614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510" y="3708558"/>
            <a:ext cx="3600000" cy="253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66" y="125422"/>
            <a:ext cx="3600000" cy="255245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811" y="131897"/>
            <a:ext cx="3600000" cy="254598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156" y="131897"/>
            <a:ext cx="3600000" cy="256454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11" y="3649362"/>
            <a:ext cx="3600000" cy="256454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193" y="3649362"/>
            <a:ext cx="3600000" cy="25434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708" y="3668428"/>
            <a:ext cx="3600000" cy="254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46" y="149827"/>
            <a:ext cx="3600000" cy="256045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670" y="608087"/>
            <a:ext cx="3600000" cy="137886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366" y="357574"/>
            <a:ext cx="3600000" cy="245133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67" y="3621520"/>
            <a:ext cx="3600000" cy="25470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623" y="3648029"/>
            <a:ext cx="3600000" cy="252051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121" y="3789405"/>
            <a:ext cx="3600000" cy="251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3" y="233873"/>
            <a:ext cx="3600000" cy="251947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483" y="141855"/>
            <a:ext cx="3600000" cy="242481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723" y="233873"/>
            <a:ext cx="3600000" cy="243905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92" y="3899843"/>
            <a:ext cx="3600000" cy="244383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673" y="3849217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354" y="3641124"/>
            <a:ext cx="3600000" cy="250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67" y="276380"/>
            <a:ext cx="3600000" cy="241816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294" y="276380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146" y="276380"/>
            <a:ext cx="3600000" cy="250780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52" y="3626064"/>
            <a:ext cx="3600000" cy="254145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085" y="4001016"/>
            <a:ext cx="3600000" cy="204682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3725755"/>
            <a:ext cx="3600000" cy="259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2026-03-26T05:37:19Z</dcterms:modified>
</cp:coreProperties>
</file>