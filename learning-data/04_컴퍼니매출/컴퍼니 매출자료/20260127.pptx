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83" y="230659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841" y="230659"/>
            <a:ext cx="3600000" cy="25442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629" y="230659"/>
            <a:ext cx="3600000" cy="25359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89" y="3616411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744" y="3714235"/>
            <a:ext cx="3600000" cy="25432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599" y="3654297"/>
            <a:ext cx="3600000" cy="250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21" y="238897"/>
            <a:ext cx="3600000" cy="25457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100" y="238897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779" y="238897"/>
            <a:ext cx="3600000" cy="25459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41" y="3792701"/>
            <a:ext cx="3600000" cy="25287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241" y="3792701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779" y="3776409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9" y="230660"/>
            <a:ext cx="3600000" cy="24319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094" y="196815"/>
            <a:ext cx="3600000" cy="24995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467" y="198663"/>
            <a:ext cx="3600000" cy="24638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95" y="3830594"/>
            <a:ext cx="3600000" cy="25402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573" y="3899054"/>
            <a:ext cx="3600000" cy="24718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608" y="3868948"/>
            <a:ext cx="3600000" cy="25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" y="157426"/>
            <a:ext cx="3600000" cy="24788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387" y="219074"/>
            <a:ext cx="3600000" cy="24172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051" y="219074"/>
            <a:ext cx="3600000" cy="26855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" y="3725563"/>
            <a:ext cx="3600000" cy="24641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941" y="3725563"/>
            <a:ext cx="3600000" cy="254394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975" y="3824080"/>
            <a:ext cx="3600000" cy="236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82" y="101171"/>
            <a:ext cx="3600000" cy="25465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995" y="127715"/>
            <a:ext cx="3600000" cy="252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921" y="127715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13" y="3797643"/>
            <a:ext cx="3600000" cy="251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2026-01-27T06:28:27Z</dcterms:modified>
</cp:coreProperties>
</file>