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973" y="205945"/>
            <a:ext cx="3600000" cy="25080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10" y="123567"/>
            <a:ext cx="3600000" cy="250803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123481"/>
            <a:ext cx="3600000" cy="250812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12" y="3739978"/>
            <a:ext cx="3600000" cy="26127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112" y="3739979"/>
            <a:ext cx="3600000" cy="261271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512" y="3739980"/>
            <a:ext cx="3600000" cy="261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32" y="123569"/>
            <a:ext cx="3600000" cy="254406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769" y="123687"/>
            <a:ext cx="3600000" cy="25439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706" y="214184"/>
            <a:ext cx="3600000" cy="254534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32" y="3583459"/>
            <a:ext cx="3600000" cy="25456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769" y="3613745"/>
            <a:ext cx="3600000" cy="254350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706" y="3814120"/>
            <a:ext cx="3600000" cy="242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96" y="148282"/>
            <a:ext cx="3600000" cy="24244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421" y="148282"/>
            <a:ext cx="3600000" cy="25202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80" y="135688"/>
            <a:ext cx="3600000" cy="254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2025-12-12T01:59:35Z</dcterms:created>
  <dcterms:modified xsi:type="dcterms:W3CDTF">2025-12-12T02:08:31Z</dcterms:modified>
</cp:coreProperties>
</file>