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27" y="65903"/>
            <a:ext cx="3600000" cy="254573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770" y="66554"/>
            <a:ext cx="3600000" cy="25450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646" y="66554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70" y="3679184"/>
            <a:ext cx="3600000" cy="254702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2985" y="3679184"/>
            <a:ext cx="3600000" cy="254763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040" y="3616411"/>
            <a:ext cx="3600000" cy="254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14" y="214185"/>
            <a:ext cx="3600000" cy="251585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960" y="311250"/>
            <a:ext cx="3600000" cy="241879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194" y="262311"/>
            <a:ext cx="3600000" cy="251666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14" y="3641126"/>
            <a:ext cx="3600000" cy="254476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060" y="3643746"/>
            <a:ext cx="3600000" cy="254214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194" y="3625065"/>
            <a:ext cx="3600000" cy="257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60" y="254962"/>
            <a:ext cx="3600000" cy="241446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276" y="122668"/>
            <a:ext cx="3600000" cy="254676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292" y="189652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50" y="3805882"/>
            <a:ext cx="3600000" cy="252278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426" y="3757584"/>
            <a:ext cx="3695700" cy="261937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1702" y="3890543"/>
            <a:ext cx="3600000" cy="248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84" y="411637"/>
            <a:ext cx="3600000" cy="158244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10" y="201416"/>
            <a:ext cx="3600000" cy="245255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176" y="288819"/>
            <a:ext cx="3600000" cy="25434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65" y="3684374"/>
            <a:ext cx="3600000" cy="254867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10" y="3684374"/>
            <a:ext cx="3600000" cy="257494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855" y="3684374"/>
            <a:ext cx="3600000" cy="254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895" y="313367"/>
            <a:ext cx="3600000" cy="254464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23" y="235849"/>
            <a:ext cx="3600000" cy="25448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767" y="234549"/>
            <a:ext cx="3600000" cy="25461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97" y="3608173"/>
            <a:ext cx="3600000" cy="254508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584" y="3736164"/>
            <a:ext cx="3600000" cy="241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2377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2026-01-15T01:35:43Z</dcterms:modified>
</cp:coreProperties>
</file>