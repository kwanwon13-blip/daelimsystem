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75" y="121697"/>
            <a:ext cx="3600000" cy="254472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57" y="172995"/>
            <a:ext cx="3600000" cy="244212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05" y="172995"/>
            <a:ext cx="3600000" cy="24421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1" y="3779932"/>
            <a:ext cx="3600000" cy="25116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191" y="3779932"/>
            <a:ext cx="3600000" cy="254508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05" y="3847196"/>
            <a:ext cx="3600000" cy="242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32" y="224729"/>
            <a:ext cx="3600000" cy="25476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575" y="227266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140" y="243069"/>
            <a:ext cx="3600000" cy="252928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78" y="3840810"/>
            <a:ext cx="3600000" cy="24547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723" y="3840810"/>
            <a:ext cx="3600000" cy="255529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168" y="3907702"/>
            <a:ext cx="3600000" cy="254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4" y="287847"/>
            <a:ext cx="3600000" cy="30243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111" y="287847"/>
            <a:ext cx="2299409" cy="360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661" y="352168"/>
            <a:ext cx="3600000" cy="24376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75" y="3957788"/>
            <a:ext cx="3600000" cy="25453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088" y="4089718"/>
            <a:ext cx="3600000" cy="24133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721" y="3957788"/>
            <a:ext cx="3600000" cy="254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5" y="288325"/>
            <a:ext cx="3600000" cy="245630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609" y="209459"/>
            <a:ext cx="3600000" cy="26140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384" y="314973"/>
            <a:ext cx="3600000" cy="25476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5" y="3481228"/>
            <a:ext cx="3627120" cy="254812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609" y="3481228"/>
            <a:ext cx="3600000" cy="25598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499" y="3575222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24" y="197709"/>
            <a:ext cx="3600000" cy="25302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33" y="274321"/>
            <a:ext cx="3600000" cy="253995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582" y="197709"/>
            <a:ext cx="3600000" cy="25580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898" y="3797645"/>
            <a:ext cx="3600000" cy="248153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33" y="3797645"/>
            <a:ext cx="3600000" cy="25018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871" y="3777827"/>
            <a:ext cx="3600000" cy="254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80" y="96961"/>
            <a:ext cx="3600000" cy="24685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79" y="96961"/>
            <a:ext cx="3600000" cy="24177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196" y="114270"/>
            <a:ext cx="3600000" cy="24512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67" y="3896580"/>
            <a:ext cx="3600000" cy="245126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930" y="3820985"/>
            <a:ext cx="3600000" cy="252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2379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2025-12-12T02:08:22Z</dcterms:modified>
</cp:coreProperties>
</file>