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80" y="123567"/>
            <a:ext cx="3600000" cy="24600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24" y="123567"/>
            <a:ext cx="3600000" cy="252220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170" y="183058"/>
            <a:ext cx="3600000" cy="246271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60" y="3665839"/>
            <a:ext cx="3600000" cy="25350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24" y="3655815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388" y="3710089"/>
            <a:ext cx="3600000" cy="243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508" y="132852"/>
            <a:ext cx="3600000" cy="251623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3" y="123569"/>
            <a:ext cx="3600000" cy="252551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838" y="214487"/>
            <a:ext cx="3600000" cy="243459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36" y="3715265"/>
            <a:ext cx="3600000" cy="242672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425" y="3715265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2025-12-02T05:17:45Z</dcterms:created>
  <dcterms:modified xsi:type="dcterms:W3CDTF">2025-12-02T05:23:36Z</dcterms:modified>
</cp:coreProperties>
</file>