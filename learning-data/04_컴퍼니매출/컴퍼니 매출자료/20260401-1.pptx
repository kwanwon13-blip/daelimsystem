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68" y="228560"/>
            <a:ext cx="3600000" cy="251684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474" y="256417"/>
            <a:ext cx="3600000" cy="246112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013" y="256417"/>
            <a:ext cx="3600000" cy="242513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68" y="2430162"/>
            <a:ext cx="3600000" cy="430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7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2026-03-31T00:52:22Z</dcterms:created>
  <dcterms:modified xsi:type="dcterms:W3CDTF">2026-03-31T00:59:46Z</dcterms:modified>
</cp:coreProperties>
</file>