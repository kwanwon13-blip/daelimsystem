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33" y="74141"/>
            <a:ext cx="3600000" cy="253507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5077" y="61452"/>
            <a:ext cx="3600000" cy="256045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7930" y="92738"/>
            <a:ext cx="3600000" cy="252917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376" y="3611633"/>
            <a:ext cx="3600000" cy="249406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077" y="3492844"/>
            <a:ext cx="3600000" cy="2542041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1675" y="3593237"/>
            <a:ext cx="3600000" cy="232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작업내용</Template>
  <TotalTime>4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1</cp:revision>
  <dcterms:created xsi:type="dcterms:W3CDTF">2025-12-03T07:52:28Z</dcterms:created>
  <dcterms:modified xsi:type="dcterms:W3CDTF">2025-12-04T00:41:05Z</dcterms:modified>
</cp:coreProperties>
</file>