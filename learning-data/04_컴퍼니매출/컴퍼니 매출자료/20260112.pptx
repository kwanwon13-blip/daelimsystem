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7" Type="http://schemas.openxmlformats.org/officeDocument/2006/relationships/image" Target="../media/image30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02" y="156519"/>
            <a:ext cx="3600000" cy="243993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624" y="109595"/>
            <a:ext cx="3600000" cy="253378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156519"/>
            <a:ext cx="3600000" cy="254574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02" y="3303373"/>
            <a:ext cx="3600000" cy="240589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190" y="3164272"/>
            <a:ext cx="3600000" cy="254499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578" y="3233984"/>
            <a:ext cx="3600000" cy="25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73" y="140393"/>
            <a:ext cx="3600000" cy="255036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667" y="154263"/>
            <a:ext cx="3600000" cy="25226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424" y="141348"/>
            <a:ext cx="3600000" cy="254845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73" y="3756454"/>
            <a:ext cx="3600000" cy="252576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355" y="3826229"/>
            <a:ext cx="3600000" cy="254620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235" y="3470705"/>
            <a:ext cx="3960000" cy="273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73" y="123567"/>
            <a:ext cx="3600000" cy="254063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126" y="123567"/>
            <a:ext cx="3600000" cy="254656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384" y="123567"/>
            <a:ext cx="3600000" cy="254513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30" y="3505695"/>
            <a:ext cx="3600000" cy="254581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397" y="3531693"/>
            <a:ext cx="3600000" cy="253378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464" y="3531693"/>
            <a:ext cx="3600000" cy="254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13" y="205946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882" y="205946"/>
            <a:ext cx="3600000" cy="253907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853" y="205946"/>
            <a:ext cx="3600000" cy="256464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53" y="3657601"/>
            <a:ext cx="3600000" cy="241754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905" y="3459892"/>
            <a:ext cx="3600000" cy="254540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459" y="3578453"/>
            <a:ext cx="3600000" cy="257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58" y="226789"/>
            <a:ext cx="3600000" cy="254656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24" y="231793"/>
            <a:ext cx="3600000" cy="254156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418" y="253492"/>
            <a:ext cx="3600000" cy="249315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37" y="3591698"/>
            <a:ext cx="3600000" cy="245523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353" y="3546789"/>
            <a:ext cx="3600000" cy="254504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407" y="3591698"/>
            <a:ext cx="3600000" cy="254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02" y="214184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807" y="214184"/>
            <a:ext cx="3600000" cy="244718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94" y="212707"/>
            <a:ext cx="3600000" cy="254656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07" y="3855309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894" y="3978876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587" y="3855309"/>
            <a:ext cx="3600000" cy="25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931" y="379105"/>
            <a:ext cx="3600000" cy="25462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56" y="298210"/>
            <a:ext cx="3600000" cy="254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2026-01-12T01:38:17Z</dcterms:modified>
</cp:coreProperties>
</file>