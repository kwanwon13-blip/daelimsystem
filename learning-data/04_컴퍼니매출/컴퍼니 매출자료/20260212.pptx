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6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476" y="89520"/>
            <a:ext cx="3600000" cy="363272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039"/>
            <a:ext cx="3600000" cy="165815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200" y="89520"/>
            <a:ext cx="3600000" cy="354320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38" y="3992386"/>
            <a:ext cx="3600000" cy="254587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618" y="3993695"/>
            <a:ext cx="3600000" cy="254456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525" y="3992386"/>
            <a:ext cx="3600000" cy="242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41" y="142745"/>
            <a:ext cx="3600000" cy="242873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69" y="142745"/>
            <a:ext cx="3600000" cy="254361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935" y="142745"/>
            <a:ext cx="3600000" cy="254476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41" y="3631075"/>
            <a:ext cx="3600000" cy="254567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096" y="3599818"/>
            <a:ext cx="3600000" cy="257693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346" y="3768894"/>
            <a:ext cx="3600000" cy="254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74" y="88970"/>
            <a:ext cx="3600000" cy="25446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693" y="183935"/>
            <a:ext cx="3600000" cy="255789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538" y="195127"/>
            <a:ext cx="3600000" cy="254670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74" y="3896497"/>
            <a:ext cx="3600000" cy="253909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331" y="3943312"/>
            <a:ext cx="3600000" cy="253824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3756455"/>
            <a:ext cx="3600000" cy="255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46" y="205945"/>
            <a:ext cx="3600000" cy="252674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828" y="186704"/>
            <a:ext cx="3600000" cy="254598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141" y="205945"/>
            <a:ext cx="3600000" cy="254404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46" y="3731741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141" y="3731741"/>
            <a:ext cx="3600000" cy="253378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836" y="3736403"/>
            <a:ext cx="3600000" cy="254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18" y="90617"/>
            <a:ext cx="3600000" cy="257994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243" y="130134"/>
            <a:ext cx="3600000" cy="254042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968" y="130134"/>
            <a:ext cx="3600000" cy="254415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84" y="3851683"/>
            <a:ext cx="3600000" cy="254517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243" y="3851683"/>
            <a:ext cx="3600000" cy="241697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861" y="3797107"/>
            <a:ext cx="3600000" cy="252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95" y="188070"/>
            <a:ext cx="3600000" cy="242119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404" y="120612"/>
            <a:ext cx="3600000" cy="255611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586" y="174125"/>
            <a:ext cx="3600000" cy="253378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95" y="3583460"/>
            <a:ext cx="3600000" cy="254240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404" y="3583460"/>
            <a:ext cx="3600000" cy="255145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640" y="3583460"/>
            <a:ext cx="3600000" cy="253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32" y="131806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36</cp:revision>
  <dcterms:created xsi:type="dcterms:W3CDTF">2021-01-04T03:15:44Z</dcterms:created>
  <dcterms:modified xsi:type="dcterms:W3CDTF">2026-02-12T00:40:25Z</dcterms:modified>
</cp:coreProperties>
</file>