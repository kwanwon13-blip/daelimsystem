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02" y="107092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575" y="107092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878" y="107092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02" y="3599935"/>
            <a:ext cx="3600000" cy="248080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380" y="3535651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269" y="3599935"/>
            <a:ext cx="3600000" cy="251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6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2026-01-27T06:21:50Z</dcterms:created>
  <dcterms:modified xsi:type="dcterms:W3CDTF">2026-01-27T06:28:34Z</dcterms:modified>
</cp:coreProperties>
</file>