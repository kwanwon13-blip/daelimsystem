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32" y="300929"/>
            <a:ext cx="3600000" cy="24652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764" y="295797"/>
            <a:ext cx="3600000" cy="243869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223" y="295462"/>
            <a:ext cx="3600000" cy="243903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39" y="3767987"/>
            <a:ext cx="3600000" cy="241456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539" y="3675415"/>
            <a:ext cx="8830907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29" y="112034"/>
            <a:ext cx="3600000" cy="244678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253" y="172996"/>
            <a:ext cx="3600000" cy="252300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783" y="225850"/>
            <a:ext cx="3600000" cy="241729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29" y="3657600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099" y="3657600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165" y="3657600"/>
            <a:ext cx="3600000" cy="253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28" y="127557"/>
            <a:ext cx="3848100" cy="27146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610" y="256898"/>
            <a:ext cx="3600000" cy="255142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819" y="256898"/>
            <a:ext cx="3600000" cy="250368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70" y="4086216"/>
            <a:ext cx="3600000" cy="253858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116" y="4065644"/>
            <a:ext cx="3600000" cy="254374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964" y="3921210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08" y="181233"/>
            <a:ext cx="3600000" cy="228065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0" y="113723"/>
            <a:ext cx="3600000" cy="25448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959" y="160026"/>
            <a:ext cx="3600000" cy="25754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08" y="3525794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2025-12-23T01:05:46Z</dcterms:modified>
</cp:coreProperties>
</file>