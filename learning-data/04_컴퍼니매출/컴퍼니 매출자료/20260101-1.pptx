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88" y="189471"/>
            <a:ext cx="3600000" cy="244649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376" y="280086"/>
            <a:ext cx="3600000" cy="250747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664" y="240481"/>
            <a:ext cx="3600000" cy="253818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88" y="3525795"/>
            <a:ext cx="3600000" cy="254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2025-12-29T06:08:11Z</dcterms:created>
  <dcterms:modified xsi:type="dcterms:W3CDTF">2025-12-29T06:12:13Z</dcterms:modified>
</cp:coreProperties>
</file>