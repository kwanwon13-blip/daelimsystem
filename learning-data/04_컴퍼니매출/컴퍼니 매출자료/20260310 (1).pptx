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jp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jpg"/><Relationship Id="rId4" Type="http://schemas.openxmlformats.org/officeDocument/2006/relationships/image" Target="../media/image3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46" y="332233"/>
            <a:ext cx="3600000" cy="25460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134" y="332233"/>
            <a:ext cx="3600000" cy="243866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222" y="332233"/>
            <a:ext cx="3600000" cy="240782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86" y="3797644"/>
            <a:ext cx="3600000" cy="254566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278" y="3925270"/>
            <a:ext cx="3600000" cy="241803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770" y="3813945"/>
            <a:ext cx="3600000" cy="252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6384" y="156519"/>
            <a:ext cx="5205786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481" y="461319"/>
            <a:ext cx="3600000" cy="244573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335" y="321277"/>
            <a:ext cx="3600000" cy="243689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381" y="3688241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335" y="3686814"/>
            <a:ext cx="3600000" cy="254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25" y="123569"/>
            <a:ext cx="3600000" cy="242412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495" y="123569"/>
            <a:ext cx="3600000" cy="25456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500" y="197708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77" y="3476367"/>
            <a:ext cx="3600000" cy="253533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495" y="3476367"/>
            <a:ext cx="3600000" cy="247140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425" y="3476367"/>
            <a:ext cx="3600000" cy="255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07" y="189470"/>
            <a:ext cx="3600000" cy="24056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109" y="575761"/>
            <a:ext cx="3600000" cy="147579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119732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56" y="3585189"/>
            <a:ext cx="3600000" cy="24178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22" y="3589947"/>
            <a:ext cx="3600000" cy="240835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265" y="3657600"/>
            <a:ext cx="3600000" cy="242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1" y="95476"/>
            <a:ext cx="3600000" cy="2545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025" y="100212"/>
            <a:ext cx="3600000" cy="254026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471" y="200174"/>
            <a:ext cx="3600000" cy="244030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07" y="3686561"/>
            <a:ext cx="3600000" cy="24531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025" y="3673508"/>
            <a:ext cx="3600000" cy="24662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471" y="3642362"/>
            <a:ext cx="3600000" cy="25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56" y="164757"/>
            <a:ext cx="3600000" cy="242657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163" y="78753"/>
            <a:ext cx="3600000" cy="245323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781" y="164757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56" y="3374683"/>
            <a:ext cx="3600000" cy="25405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163" y="3432723"/>
            <a:ext cx="3600000" cy="242449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080" y="3491968"/>
            <a:ext cx="3600000" cy="242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14" y="185186"/>
            <a:ext cx="3600000" cy="249419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382" y="167265"/>
            <a:ext cx="3600000" cy="253003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267" y="233509"/>
            <a:ext cx="3600000" cy="254533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5" y="3690552"/>
            <a:ext cx="3600000" cy="24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10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2026-03-10T08:00:53Z</dcterms:created>
  <dcterms:modified xsi:type="dcterms:W3CDTF">2026-03-10T08:11:34Z</dcterms:modified>
</cp:coreProperties>
</file>