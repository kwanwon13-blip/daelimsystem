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7" Type="http://schemas.openxmlformats.org/officeDocument/2006/relationships/image" Target="../media/image23.jpe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g"/><Relationship Id="rId4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62" y="154562"/>
            <a:ext cx="7200000" cy="359131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195" y="154562"/>
            <a:ext cx="3600000" cy="256438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55" y="4078308"/>
            <a:ext cx="3600000" cy="243684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473" y="3970069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9926" y="4016072"/>
            <a:ext cx="3600000" cy="253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19" y="266571"/>
            <a:ext cx="3600000" cy="254156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971" y="266571"/>
            <a:ext cx="3600000" cy="255639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8282" y="270767"/>
            <a:ext cx="3600000" cy="255220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28" y="3591698"/>
            <a:ext cx="3600000" cy="256505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053" y="3591698"/>
            <a:ext cx="3600000" cy="256313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078" y="3668304"/>
            <a:ext cx="3600000" cy="248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65" y="128975"/>
            <a:ext cx="3600000" cy="253694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102" y="195237"/>
            <a:ext cx="3600000" cy="255348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494" y="288325"/>
            <a:ext cx="3600000" cy="253841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73" y="3494326"/>
            <a:ext cx="3600000" cy="254589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332" y="3715266"/>
            <a:ext cx="3600000" cy="240782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3859" y="3745625"/>
            <a:ext cx="3600000" cy="245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789" y="60367"/>
            <a:ext cx="3600000" cy="249655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505" y="60367"/>
            <a:ext cx="3600000" cy="257549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7119" y="186246"/>
            <a:ext cx="3600000" cy="244961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789" y="3839349"/>
            <a:ext cx="3600000" cy="242719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049" y="3943206"/>
            <a:ext cx="3600000" cy="2536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4032025"/>
            <a:ext cx="3600000" cy="244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39" y="192561"/>
            <a:ext cx="3600000" cy="252151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455" y="255373"/>
            <a:ext cx="3600000" cy="454309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6108" y="484616"/>
            <a:ext cx="306705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2377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2025-12-01T00:21:26Z</dcterms:modified>
</cp:coreProperties>
</file>