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7" Type="http://schemas.openxmlformats.org/officeDocument/2006/relationships/image" Target="../media/image24.jp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7" Type="http://schemas.openxmlformats.org/officeDocument/2006/relationships/image" Target="../media/image30.jp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28.jpg"/><Relationship Id="rId4" Type="http://schemas.openxmlformats.org/officeDocument/2006/relationships/image" Target="../media/image2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7" Type="http://schemas.openxmlformats.org/officeDocument/2006/relationships/image" Target="../media/image36.jpe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eg"/><Relationship Id="rId5" Type="http://schemas.openxmlformats.org/officeDocument/2006/relationships/image" Target="../media/image34.jpeg"/><Relationship Id="rId4" Type="http://schemas.openxmlformats.org/officeDocument/2006/relationships/image" Target="../media/image3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438" y="93134"/>
            <a:ext cx="3600000" cy="371033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2253" y="93134"/>
            <a:ext cx="3600000" cy="255233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8844" y="177800"/>
            <a:ext cx="3600000" cy="252799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438" y="3803471"/>
            <a:ext cx="3600000" cy="314439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2608" y="3714836"/>
            <a:ext cx="3600000" cy="254656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9808" y="3714836"/>
            <a:ext cx="3600000" cy="2545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936" y="169333"/>
            <a:ext cx="3600000" cy="247343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4520" y="100923"/>
            <a:ext cx="3600000" cy="241796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9978" y="136049"/>
            <a:ext cx="3600000" cy="248641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316" y="3657600"/>
            <a:ext cx="3600000" cy="254508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798" y="3750733"/>
            <a:ext cx="3600000" cy="254551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9978" y="3760365"/>
            <a:ext cx="3600000" cy="2550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491" y="180849"/>
            <a:ext cx="3600000" cy="254702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5146" y="180849"/>
            <a:ext cx="3600000" cy="260750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2801" y="180849"/>
            <a:ext cx="3600000" cy="313822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491" y="3598333"/>
            <a:ext cx="3600000" cy="255077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088" y="3660982"/>
            <a:ext cx="3600000" cy="248812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3660982"/>
            <a:ext cx="3600000" cy="254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432" y="295317"/>
            <a:ext cx="3600000" cy="254508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400" y="295317"/>
            <a:ext cx="3600000" cy="241826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6767" y="276401"/>
            <a:ext cx="3600000" cy="245609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432" y="3586819"/>
            <a:ext cx="3600000" cy="254488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903" y="3587255"/>
            <a:ext cx="3600000" cy="2544452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9563" y="3581034"/>
            <a:ext cx="3600000" cy="2550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945" y="84668"/>
            <a:ext cx="3600000" cy="247247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6569" y="84668"/>
            <a:ext cx="3600000" cy="252251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779" y="214312"/>
            <a:ext cx="3600000" cy="253512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945" y="3535003"/>
            <a:ext cx="3600000" cy="241721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5883" y="3535003"/>
            <a:ext cx="3600000" cy="252151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5821" y="3570062"/>
            <a:ext cx="3600000" cy="2486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120" y="168319"/>
            <a:ext cx="3600000" cy="255233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2711" y="247101"/>
            <a:ext cx="3600000" cy="247355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4441" y="221419"/>
            <a:ext cx="3600000" cy="252491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120" y="3751073"/>
            <a:ext cx="3600000" cy="254542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2711" y="3750535"/>
            <a:ext cx="3600000" cy="254596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1952" y="3750535"/>
            <a:ext cx="3600000" cy="2538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188" y="91441"/>
            <a:ext cx="3600000" cy="241982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1237" y="93517"/>
            <a:ext cx="3600000" cy="241775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000" y="-8205"/>
            <a:ext cx="3600000" cy="2519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2386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36</cp:revision>
  <dcterms:created xsi:type="dcterms:W3CDTF">2021-01-04T03:15:44Z</dcterms:created>
  <dcterms:modified xsi:type="dcterms:W3CDTF">2026-04-23T06:18:51Z</dcterms:modified>
</cp:coreProperties>
</file>