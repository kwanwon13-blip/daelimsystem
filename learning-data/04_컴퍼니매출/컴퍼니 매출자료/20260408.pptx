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90" y="0"/>
            <a:ext cx="3600000" cy="255233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352" y="15971"/>
            <a:ext cx="3600000" cy="253636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113" y="19921"/>
            <a:ext cx="3600000" cy="253241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90" y="3575222"/>
            <a:ext cx="3600000" cy="25453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352" y="3562652"/>
            <a:ext cx="3600000" cy="255789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837" y="3536674"/>
            <a:ext cx="36861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46" y="115330"/>
            <a:ext cx="3600000" cy="254324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537" y="247823"/>
            <a:ext cx="3600000" cy="25253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146" y="109246"/>
            <a:ext cx="3600000" cy="254933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46" y="3621765"/>
            <a:ext cx="3600000" cy="255278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920" y="3671432"/>
            <a:ext cx="3600000" cy="245344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146" y="3643567"/>
            <a:ext cx="3600000" cy="254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35" y="217919"/>
            <a:ext cx="3600000" cy="254634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906" y="217920"/>
            <a:ext cx="3600000" cy="254634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521" y="3676932"/>
            <a:ext cx="3600000" cy="25464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9109" y="219373"/>
            <a:ext cx="3600000" cy="25448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06" y="3677150"/>
            <a:ext cx="3600000" cy="254603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136" y="3676932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05" y="140044"/>
            <a:ext cx="3600000" cy="251979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426" y="147788"/>
            <a:ext cx="3600000" cy="255278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933" y="3484194"/>
            <a:ext cx="3600000" cy="253652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378" y="0"/>
            <a:ext cx="3600000" cy="253651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9" y="3558334"/>
            <a:ext cx="3600000" cy="253652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857" y="3558334"/>
            <a:ext cx="3600000" cy="255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57" y="123567"/>
            <a:ext cx="3600000" cy="253823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086" y="123567"/>
            <a:ext cx="3600000" cy="254933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1" y="126559"/>
            <a:ext cx="3600000" cy="254634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57" y="3736108"/>
            <a:ext cx="3600000" cy="254656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677" y="3747241"/>
            <a:ext cx="3600000" cy="253543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277" y="3747241"/>
            <a:ext cx="3600000" cy="256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57" y="270695"/>
            <a:ext cx="3600000" cy="25598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239" y="270695"/>
            <a:ext cx="3600000" cy="255245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821" y="270695"/>
            <a:ext cx="3600000" cy="254776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57" y="3909628"/>
            <a:ext cx="3600000" cy="242709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770" y="3935506"/>
            <a:ext cx="3600000" cy="255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2378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2026-04-08T05:14:47Z</dcterms:modified>
</cp:coreProperties>
</file>