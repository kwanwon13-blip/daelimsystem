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745" y="115329"/>
            <a:ext cx="3600000" cy="252878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9063" y="115329"/>
            <a:ext cx="3600000" cy="253921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00" y="181233"/>
            <a:ext cx="3600000" cy="260683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51" y="3707027"/>
            <a:ext cx="3600000" cy="254462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069" y="3707027"/>
            <a:ext cx="3600000" cy="254517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3552" y="3777802"/>
            <a:ext cx="3600000" cy="251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135" y="148283"/>
            <a:ext cx="3600000" cy="251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5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2026-03-12T00:48:14Z</dcterms:created>
  <dcterms:modified xsi:type="dcterms:W3CDTF">2026-03-12T00:53:15Z</dcterms:modified>
</cp:coreProperties>
</file>