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86" y="214184"/>
            <a:ext cx="3600000" cy="242457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814" y="214184"/>
            <a:ext cx="3600000" cy="242457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799" y="214184"/>
            <a:ext cx="3600000" cy="242417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45" y="3698790"/>
            <a:ext cx="3600000" cy="242457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657" y="3607659"/>
            <a:ext cx="3600000" cy="260683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7" y="3698790"/>
            <a:ext cx="3600000" cy="245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46" y="164757"/>
            <a:ext cx="3600000" cy="243047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217" y="114946"/>
            <a:ext cx="3600000" cy="253009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774" y="170351"/>
            <a:ext cx="3600000" cy="242488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62" y="3641125"/>
            <a:ext cx="3600000" cy="241686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774" y="3657007"/>
            <a:ext cx="3600000" cy="240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11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2026-02-10T01:42:33Z</dcterms:created>
  <dcterms:modified xsi:type="dcterms:W3CDTF">2026-02-10T01:54:09Z</dcterms:modified>
</cp:coreProperties>
</file>