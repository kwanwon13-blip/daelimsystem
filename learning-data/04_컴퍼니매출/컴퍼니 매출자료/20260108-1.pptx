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33" y="57665"/>
            <a:ext cx="3600000" cy="25613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125" y="156380"/>
            <a:ext cx="3600000" cy="24626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9817" y="156380"/>
            <a:ext cx="3600000" cy="251447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817" y="3632887"/>
            <a:ext cx="3600000" cy="256158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09" y="3632887"/>
            <a:ext cx="3600000" cy="256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2026-01-07T23:52:00Z</dcterms:created>
  <dcterms:modified xsi:type="dcterms:W3CDTF">2026-01-07T23:59:31Z</dcterms:modified>
</cp:coreProperties>
</file>