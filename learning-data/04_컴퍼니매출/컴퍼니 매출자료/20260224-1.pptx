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90" y="172995"/>
            <a:ext cx="3600000" cy="25392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814" y="166647"/>
            <a:ext cx="3600000" cy="254556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013" y="167124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90" y="3976302"/>
            <a:ext cx="3600000" cy="241955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169" y="3976302"/>
            <a:ext cx="3600000" cy="244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2026-02-23T23:49:47Z</dcterms:created>
  <dcterms:modified xsi:type="dcterms:W3CDTF">2026-02-23T23:53:58Z</dcterms:modified>
</cp:coreProperties>
</file>