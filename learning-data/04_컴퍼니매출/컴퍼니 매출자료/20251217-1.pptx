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07" y="140044"/>
            <a:ext cx="3600000" cy="25456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081" y="140288"/>
            <a:ext cx="3600000" cy="25454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404" y="209037"/>
            <a:ext cx="3600000" cy="24076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78" y="3921211"/>
            <a:ext cx="3600000" cy="24076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404" y="3850104"/>
            <a:ext cx="3600000" cy="25356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081" y="3793233"/>
            <a:ext cx="3600000" cy="253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86" y="197709"/>
            <a:ext cx="3600000" cy="241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2025-12-16T23:44:43Z</dcterms:created>
  <dcterms:modified xsi:type="dcterms:W3CDTF">2025-12-16T23:49:41Z</dcterms:modified>
</cp:coreProperties>
</file>